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66" r:id="rId3"/>
    <p:sldId id="267" r:id="rId4"/>
    <p:sldId id="268" r:id="rId5"/>
    <p:sldId id="286" r:id="rId6"/>
    <p:sldId id="269" r:id="rId7"/>
    <p:sldId id="288" r:id="rId8"/>
    <p:sldId id="287" r:id="rId9"/>
    <p:sldId id="289" r:id="rId10"/>
    <p:sldId id="293" r:id="rId11"/>
    <p:sldId id="290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9" r:id="rId20"/>
    <p:sldId id="280" r:id="rId21"/>
    <p:sldId id="281" r:id="rId22"/>
    <p:sldId id="282" r:id="rId23"/>
    <p:sldId id="291" r:id="rId24"/>
    <p:sldId id="292" r:id="rId25"/>
    <p:sldId id="283" r:id="rId26"/>
    <p:sldId id="284" r:id="rId27"/>
    <p:sldId id="285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tXTHQ+9EVec4HMWR7YFMipUp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9034F7-314C-4F75-AD24-7A7A70DE8C8D}" v="37" dt="2025-10-01T21:16:24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35" autoAdjust="0"/>
    <p:restoredTop sz="94660"/>
  </p:normalViewPr>
  <p:slideViewPr>
    <p:cSldViewPr snapToGrid="0">
      <p:cViewPr>
        <p:scale>
          <a:sx n="100" d="100"/>
          <a:sy n="100" d="100"/>
        </p:scale>
        <p:origin x="15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rschich, Eugen" userId="26490f84-3a52-4393-8e46-f0cdfb6c1e50" providerId="ADAL" clId="{3058230C-4E9B-477B-A894-6E83D6355047}"/>
    <pc:docChg chg="delSld">
      <pc:chgData name="Starschich, Eugen" userId="26490f84-3a52-4393-8e46-f0cdfb6c1e50" providerId="ADAL" clId="{3058230C-4E9B-477B-A894-6E83D6355047}" dt="2025-06-02T22:45:11.458" v="0" actId="47"/>
      <pc:docMkLst>
        <pc:docMk/>
      </pc:docMkLst>
      <pc:sldChg chg="del">
        <pc:chgData name="Starschich, Eugen" userId="26490f84-3a52-4393-8e46-f0cdfb6c1e50" providerId="ADAL" clId="{3058230C-4E9B-477B-A894-6E83D6355047}" dt="2025-06-02T22:45:11.458" v="0" actId="47"/>
        <pc:sldMkLst>
          <pc:docMk/>
          <pc:sldMk cId="0" sldId="257"/>
        </pc:sldMkLst>
      </pc:sldChg>
      <pc:sldChg chg="del">
        <pc:chgData name="Starschich, Eugen" userId="26490f84-3a52-4393-8e46-f0cdfb6c1e50" providerId="ADAL" clId="{3058230C-4E9B-477B-A894-6E83D6355047}" dt="2025-06-02T22:45:11.458" v="0" actId="47"/>
        <pc:sldMkLst>
          <pc:docMk/>
          <pc:sldMk cId="3484829612" sldId="263"/>
        </pc:sldMkLst>
      </pc:sldChg>
      <pc:sldChg chg="del">
        <pc:chgData name="Starschich, Eugen" userId="26490f84-3a52-4393-8e46-f0cdfb6c1e50" providerId="ADAL" clId="{3058230C-4E9B-477B-A894-6E83D6355047}" dt="2025-06-02T22:45:11.458" v="0" actId="47"/>
        <pc:sldMkLst>
          <pc:docMk/>
          <pc:sldMk cId="2553018149" sldId="264"/>
        </pc:sldMkLst>
      </pc:sldChg>
      <pc:sldChg chg="del">
        <pc:chgData name="Starschich, Eugen" userId="26490f84-3a52-4393-8e46-f0cdfb6c1e50" providerId="ADAL" clId="{3058230C-4E9B-477B-A894-6E83D6355047}" dt="2025-06-02T22:45:11.458" v="0" actId="47"/>
        <pc:sldMkLst>
          <pc:docMk/>
          <pc:sldMk cId="766552979" sldId="265"/>
        </pc:sldMkLst>
      </pc:sldChg>
    </pc:docChg>
  </pc:docChgLst>
  <pc:docChgLst>
    <pc:chgData name="Starschich, Eugen" userId="26490f84-3a52-4393-8e46-f0cdfb6c1e50" providerId="ADAL" clId="{9A9034F7-314C-4F75-AD24-7A7A70DE8C8D}"/>
    <pc:docChg chg="undo custSel addSld delSld modSld sldOrd">
      <pc:chgData name="Starschich, Eugen" userId="26490f84-3a52-4393-8e46-f0cdfb6c1e50" providerId="ADAL" clId="{9A9034F7-314C-4F75-AD24-7A7A70DE8C8D}" dt="2025-10-01T21:19:18.769" v="214" actId="47"/>
      <pc:docMkLst>
        <pc:docMk/>
      </pc:docMkLst>
      <pc:sldChg chg="addSp modSp mod">
        <pc:chgData name="Starschich, Eugen" userId="26490f84-3a52-4393-8e46-f0cdfb6c1e50" providerId="ADAL" clId="{9A9034F7-314C-4F75-AD24-7A7A70DE8C8D}" dt="2025-10-01T21:04:38.994" v="131" actId="1076"/>
        <pc:sldMkLst>
          <pc:docMk/>
          <pc:sldMk cId="1319213325" sldId="267"/>
        </pc:sldMkLst>
        <pc:spChg chg="mod">
          <ac:chgData name="Starschich, Eugen" userId="26490f84-3a52-4393-8e46-f0cdfb6c1e50" providerId="ADAL" clId="{9A9034F7-314C-4F75-AD24-7A7A70DE8C8D}" dt="2025-10-01T21:04:12.037" v="124" actId="14100"/>
          <ac:spMkLst>
            <pc:docMk/>
            <pc:sldMk cId="1319213325" sldId="267"/>
            <ac:spMk id="71" creationId="{BB739C4D-3907-8E4B-9144-CC641B4348DC}"/>
          </ac:spMkLst>
        </pc:spChg>
        <pc:picChg chg="add mod">
          <ac:chgData name="Starschich, Eugen" userId="26490f84-3a52-4393-8e46-f0cdfb6c1e50" providerId="ADAL" clId="{9A9034F7-314C-4F75-AD24-7A7A70DE8C8D}" dt="2025-10-01T21:04:36.474" v="130" actId="1076"/>
          <ac:picMkLst>
            <pc:docMk/>
            <pc:sldMk cId="1319213325" sldId="267"/>
            <ac:picMk id="2" creationId="{BCCF38FF-2A94-DC38-57A3-15C449D7771C}"/>
          </ac:picMkLst>
        </pc:picChg>
        <pc:picChg chg="add mod">
          <ac:chgData name="Starschich, Eugen" userId="26490f84-3a52-4393-8e46-f0cdfb6c1e50" providerId="ADAL" clId="{9A9034F7-314C-4F75-AD24-7A7A70DE8C8D}" dt="2025-10-01T21:04:36.474" v="130" actId="1076"/>
          <ac:picMkLst>
            <pc:docMk/>
            <pc:sldMk cId="1319213325" sldId="267"/>
            <ac:picMk id="3" creationId="{D2EA3713-8EA4-1366-AD88-867793FD36D4}"/>
          </ac:picMkLst>
        </pc:picChg>
        <pc:picChg chg="mod">
          <ac:chgData name="Starschich, Eugen" userId="26490f84-3a52-4393-8e46-f0cdfb6c1e50" providerId="ADAL" clId="{9A9034F7-314C-4F75-AD24-7A7A70DE8C8D}" dt="2025-10-01T21:04:38.994" v="131" actId="1076"/>
          <ac:picMkLst>
            <pc:docMk/>
            <pc:sldMk cId="1319213325" sldId="267"/>
            <ac:picMk id="5" creationId="{2223AD3E-671A-26E8-10E5-F4B3BC4A58CA}"/>
          </ac:picMkLst>
        </pc:picChg>
      </pc:sldChg>
      <pc:sldChg chg="addSp delSp modSp mod modClrScheme chgLayout">
        <pc:chgData name="Starschich, Eugen" userId="26490f84-3a52-4393-8e46-f0cdfb6c1e50" providerId="ADAL" clId="{9A9034F7-314C-4F75-AD24-7A7A70DE8C8D}" dt="2025-10-01T01:34:18.921" v="24" actId="1076"/>
        <pc:sldMkLst>
          <pc:docMk/>
          <pc:sldMk cId="2018364373" sldId="268"/>
        </pc:sldMkLst>
        <pc:spChg chg="mod">
          <ac:chgData name="Starschich, Eugen" userId="26490f84-3a52-4393-8e46-f0cdfb6c1e50" providerId="ADAL" clId="{9A9034F7-314C-4F75-AD24-7A7A70DE8C8D}" dt="2025-10-01T01:34:10.383" v="22" actId="1076"/>
          <ac:spMkLst>
            <pc:docMk/>
            <pc:sldMk cId="2018364373" sldId="268"/>
            <ac:spMk id="70" creationId="{AF09DE38-6068-838B-5B46-C7DEA94EC6F3}"/>
          </ac:spMkLst>
        </pc:spChg>
        <pc:spChg chg="mod">
          <ac:chgData name="Starschich, Eugen" userId="26490f84-3a52-4393-8e46-f0cdfb6c1e50" providerId="ADAL" clId="{9A9034F7-314C-4F75-AD24-7A7A70DE8C8D}" dt="2025-10-01T01:34:18.921" v="24" actId="1076"/>
          <ac:spMkLst>
            <pc:docMk/>
            <pc:sldMk cId="2018364373" sldId="268"/>
            <ac:spMk id="71" creationId="{EF5805F0-4FA3-A42C-D694-A8C3F49400C0}"/>
          </ac:spMkLst>
        </pc:spChg>
        <pc:picChg chg="del">
          <ac:chgData name="Starschich, Eugen" userId="26490f84-3a52-4393-8e46-f0cdfb6c1e50" providerId="ADAL" clId="{9A9034F7-314C-4F75-AD24-7A7A70DE8C8D}" dt="2025-10-01T01:33:04.519" v="9" actId="478"/>
          <ac:picMkLst>
            <pc:docMk/>
            <pc:sldMk cId="2018364373" sldId="268"/>
            <ac:picMk id="2" creationId="{2A36B9A2-EFCA-383D-2A7C-012A9EB98FD4}"/>
          </ac:picMkLst>
        </pc:picChg>
        <pc:picChg chg="add del mod">
          <ac:chgData name="Starschich, Eugen" userId="26490f84-3a52-4393-8e46-f0cdfb6c1e50" providerId="ADAL" clId="{9A9034F7-314C-4F75-AD24-7A7A70DE8C8D}" dt="2025-10-01T01:33:24.483" v="13" actId="478"/>
          <ac:picMkLst>
            <pc:docMk/>
            <pc:sldMk cId="2018364373" sldId="268"/>
            <ac:picMk id="4" creationId="{9C3342ED-B116-479C-3375-EDB277D20D2B}"/>
          </ac:picMkLst>
        </pc:picChg>
        <pc:picChg chg="add mod">
          <ac:chgData name="Starschich, Eugen" userId="26490f84-3a52-4393-8e46-f0cdfb6c1e50" providerId="ADAL" clId="{9A9034F7-314C-4F75-AD24-7A7A70DE8C8D}" dt="2025-10-01T01:34:04.544" v="21" actId="1076"/>
          <ac:picMkLst>
            <pc:docMk/>
            <pc:sldMk cId="2018364373" sldId="268"/>
            <ac:picMk id="6" creationId="{BC1C466A-3CA4-183A-6EEF-9A00081E83F9}"/>
          </ac:picMkLst>
        </pc:picChg>
      </pc:sldChg>
      <pc:sldChg chg="addSp delSp modSp mod">
        <pc:chgData name="Starschich, Eugen" userId="26490f84-3a52-4393-8e46-f0cdfb6c1e50" providerId="ADAL" clId="{9A9034F7-314C-4F75-AD24-7A7A70DE8C8D}" dt="2025-10-01T21:02:57.185" v="120"/>
        <pc:sldMkLst>
          <pc:docMk/>
          <pc:sldMk cId="2076223451" sldId="269"/>
        </pc:sldMkLst>
        <pc:spChg chg="add mod">
          <ac:chgData name="Starschich, Eugen" userId="26490f84-3a52-4393-8e46-f0cdfb6c1e50" providerId="ADAL" clId="{9A9034F7-314C-4F75-AD24-7A7A70DE8C8D}" dt="2025-10-01T02:43:43.745" v="56" actId="1076"/>
          <ac:spMkLst>
            <pc:docMk/>
            <pc:sldMk cId="2076223451" sldId="269"/>
            <ac:spMk id="9" creationId="{35149B9C-D78C-7E2E-664A-962F0F2544DD}"/>
          </ac:spMkLst>
        </pc:spChg>
        <pc:spChg chg="add mod">
          <ac:chgData name="Starschich, Eugen" userId="26490f84-3a52-4393-8e46-f0cdfb6c1e50" providerId="ADAL" clId="{9A9034F7-314C-4F75-AD24-7A7A70DE8C8D}" dt="2025-10-01T02:43:40.012" v="55" actId="1076"/>
          <ac:spMkLst>
            <pc:docMk/>
            <pc:sldMk cId="2076223451" sldId="269"/>
            <ac:spMk id="10" creationId="{9A05F4DC-ABD8-0948-DAD5-7751B0F66FB6}"/>
          </ac:spMkLst>
        </pc:spChg>
        <pc:spChg chg="add mod">
          <ac:chgData name="Starschich, Eugen" userId="26490f84-3a52-4393-8e46-f0cdfb6c1e50" providerId="ADAL" clId="{9A9034F7-314C-4F75-AD24-7A7A70DE8C8D}" dt="2025-10-01T02:44:01.242" v="59" actId="14100"/>
          <ac:spMkLst>
            <pc:docMk/>
            <pc:sldMk cId="2076223451" sldId="269"/>
            <ac:spMk id="11" creationId="{15A0871C-87DE-E6D3-3697-9203FC9F8998}"/>
          </ac:spMkLst>
        </pc:spChg>
        <pc:spChg chg="add mod">
          <ac:chgData name="Starschich, Eugen" userId="26490f84-3a52-4393-8e46-f0cdfb6c1e50" providerId="ADAL" clId="{9A9034F7-314C-4F75-AD24-7A7A70DE8C8D}" dt="2025-10-01T21:02:47.012" v="118" actId="58"/>
          <ac:spMkLst>
            <pc:docMk/>
            <pc:sldMk cId="2076223451" sldId="269"/>
            <ac:spMk id="13" creationId="{BF906963-490C-FDC9-EE37-C57998DCD993}"/>
          </ac:spMkLst>
        </pc:spChg>
        <pc:spChg chg="add mod">
          <ac:chgData name="Starschich, Eugen" userId="26490f84-3a52-4393-8e46-f0cdfb6c1e50" providerId="ADAL" clId="{9A9034F7-314C-4F75-AD24-7A7A70DE8C8D}" dt="2025-10-01T21:02:54.930" v="119"/>
          <ac:spMkLst>
            <pc:docMk/>
            <pc:sldMk cId="2076223451" sldId="269"/>
            <ac:spMk id="14" creationId="{CD9A6364-30AB-A96E-9870-CDAED92F0631}"/>
          </ac:spMkLst>
        </pc:spChg>
        <pc:spChg chg="add mod">
          <ac:chgData name="Starschich, Eugen" userId="26490f84-3a52-4393-8e46-f0cdfb6c1e50" providerId="ADAL" clId="{9A9034F7-314C-4F75-AD24-7A7A70DE8C8D}" dt="2025-10-01T21:02:57.185" v="120"/>
          <ac:spMkLst>
            <pc:docMk/>
            <pc:sldMk cId="2076223451" sldId="269"/>
            <ac:spMk id="15" creationId="{09B57F8F-3BE1-4174-2E0D-86DDF4C152A2}"/>
          </ac:spMkLst>
        </pc:spChg>
        <pc:spChg chg="mod">
          <ac:chgData name="Starschich, Eugen" userId="26490f84-3a52-4393-8e46-f0cdfb6c1e50" providerId="ADAL" clId="{9A9034F7-314C-4F75-AD24-7A7A70DE8C8D}" dt="2025-10-01T02:43:01.353" v="47"/>
          <ac:spMkLst>
            <pc:docMk/>
            <pc:sldMk cId="2076223451" sldId="269"/>
            <ac:spMk id="70" creationId="{65921E61-F84F-1582-5D2E-D15E357C2B56}"/>
          </ac:spMkLst>
        </pc:spChg>
        <pc:picChg chg="add del mod">
          <ac:chgData name="Starschich, Eugen" userId="26490f84-3a52-4393-8e46-f0cdfb6c1e50" providerId="ADAL" clId="{9A9034F7-314C-4F75-AD24-7A7A70DE8C8D}" dt="2025-10-01T02:39:56.131" v="30" actId="478"/>
          <ac:picMkLst>
            <pc:docMk/>
            <pc:sldMk cId="2076223451" sldId="269"/>
            <ac:picMk id="3" creationId="{D86D0F40-623A-84BC-F31D-1E3ABB77CD8D}"/>
          </ac:picMkLst>
        </pc:picChg>
        <pc:picChg chg="del">
          <ac:chgData name="Starschich, Eugen" userId="26490f84-3a52-4393-8e46-f0cdfb6c1e50" providerId="ADAL" clId="{9A9034F7-314C-4F75-AD24-7A7A70DE8C8D}" dt="2025-10-01T02:39:31.561" v="25" actId="478"/>
          <ac:picMkLst>
            <pc:docMk/>
            <pc:sldMk cId="2076223451" sldId="269"/>
            <ac:picMk id="5" creationId="{B5132324-31F2-2339-F9AF-C9F4C6CDAE64}"/>
          </ac:picMkLst>
        </pc:picChg>
        <pc:picChg chg="add del mod">
          <ac:chgData name="Starschich, Eugen" userId="26490f84-3a52-4393-8e46-f0cdfb6c1e50" providerId="ADAL" clId="{9A9034F7-314C-4F75-AD24-7A7A70DE8C8D}" dt="2025-10-01T02:43:03.892" v="48" actId="478"/>
          <ac:picMkLst>
            <pc:docMk/>
            <pc:sldMk cId="2076223451" sldId="269"/>
            <ac:picMk id="6" creationId="{881F68AD-B569-8472-7A52-8DBFB0DC8AB4}"/>
          </ac:picMkLst>
        </pc:picChg>
        <pc:picChg chg="del">
          <ac:chgData name="Starschich, Eugen" userId="26490f84-3a52-4393-8e46-f0cdfb6c1e50" providerId="ADAL" clId="{9A9034F7-314C-4F75-AD24-7A7A70DE8C8D}" dt="2025-10-01T02:39:31.561" v="25" actId="478"/>
          <ac:picMkLst>
            <pc:docMk/>
            <pc:sldMk cId="2076223451" sldId="269"/>
            <ac:picMk id="7" creationId="{1B282756-9FF0-9A82-9398-272394B4984F}"/>
          </ac:picMkLst>
        </pc:picChg>
        <pc:picChg chg="add mod">
          <ac:chgData name="Starschich, Eugen" userId="26490f84-3a52-4393-8e46-f0cdfb6c1e50" providerId="ADAL" clId="{9A9034F7-314C-4F75-AD24-7A7A70DE8C8D}" dt="2025-10-01T02:43:19.888" v="51" actId="1076"/>
          <ac:picMkLst>
            <pc:docMk/>
            <pc:sldMk cId="2076223451" sldId="269"/>
            <ac:picMk id="8" creationId="{9753FE0C-441E-1DB0-2C71-6862BBCA4971}"/>
          </ac:picMkLst>
        </pc:picChg>
        <pc:picChg chg="add mod">
          <ac:chgData name="Starschich, Eugen" userId="26490f84-3a52-4393-8e46-f0cdfb6c1e50" providerId="ADAL" clId="{9A9034F7-314C-4F75-AD24-7A7A70DE8C8D}" dt="2025-10-01T02:44:14.510" v="61" actId="1076"/>
          <ac:picMkLst>
            <pc:docMk/>
            <pc:sldMk cId="2076223451" sldId="269"/>
            <ac:picMk id="12" creationId="{033CA0E4-08D6-EF19-AB8F-4BA1717C811B}"/>
          </ac:picMkLst>
        </pc:picChg>
        <pc:picChg chg="add mod">
          <ac:chgData name="Starschich, Eugen" userId="26490f84-3a52-4393-8e46-f0cdfb6c1e50" providerId="ADAL" clId="{9A9034F7-314C-4F75-AD24-7A7A70DE8C8D}" dt="2025-10-01T02:44:14.510" v="61" actId="1076"/>
          <ac:picMkLst>
            <pc:docMk/>
            <pc:sldMk cId="2076223451" sldId="269"/>
            <ac:picMk id="16" creationId="{0D78C4C5-6989-7550-D4BE-82DFBE36C2A8}"/>
          </ac:picMkLst>
        </pc:picChg>
        <pc:picChg chg="add mod">
          <ac:chgData name="Starschich, Eugen" userId="26490f84-3a52-4393-8e46-f0cdfb6c1e50" providerId="ADAL" clId="{9A9034F7-314C-4F75-AD24-7A7A70DE8C8D}" dt="2025-10-01T02:44:14.510" v="61" actId="1076"/>
          <ac:picMkLst>
            <pc:docMk/>
            <pc:sldMk cId="2076223451" sldId="269"/>
            <ac:picMk id="17" creationId="{D0EB801D-FE09-69B0-E4F9-2A328AE822F6}"/>
          </ac:picMkLst>
        </pc:picChg>
      </pc:sldChg>
      <pc:sldChg chg="modSp mod">
        <pc:chgData name="Starschich, Eugen" userId="26490f84-3a52-4393-8e46-f0cdfb6c1e50" providerId="ADAL" clId="{9A9034F7-314C-4F75-AD24-7A7A70DE8C8D}" dt="2025-10-01T21:03:28.983" v="122" actId="1076"/>
        <pc:sldMkLst>
          <pc:docMk/>
          <pc:sldMk cId="1445034717" sldId="271"/>
        </pc:sldMkLst>
        <pc:spChg chg="mod">
          <ac:chgData name="Starschich, Eugen" userId="26490f84-3a52-4393-8e46-f0cdfb6c1e50" providerId="ADAL" clId="{9A9034F7-314C-4F75-AD24-7A7A70DE8C8D}" dt="2025-10-01T21:03:28.983" v="122" actId="1076"/>
          <ac:spMkLst>
            <pc:docMk/>
            <pc:sldMk cId="1445034717" sldId="271"/>
            <ac:spMk id="70" creationId="{EB506ED9-7E48-1688-CC35-0623D848CB23}"/>
          </ac:spMkLst>
        </pc:spChg>
      </pc:sldChg>
      <pc:sldChg chg="addSp delSp modSp mod">
        <pc:chgData name="Starschich, Eugen" userId="26490f84-3a52-4393-8e46-f0cdfb6c1e50" providerId="ADAL" clId="{9A9034F7-314C-4F75-AD24-7A7A70DE8C8D}" dt="2025-10-01T21:09:59.016" v="168" actId="1076"/>
        <pc:sldMkLst>
          <pc:docMk/>
          <pc:sldMk cId="4263109236" sldId="272"/>
        </pc:sldMkLst>
        <pc:spChg chg="add mod">
          <ac:chgData name="Starschich, Eugen" userId="26490f84-3a52-4393-8e46-f0cdfb6c1e50" providerId="ADAL" clId="{9A9034F7-314C-4F75-AD24-7A7A70DE8C8D}" dt="2025-10-01T21:09:54.935" v="167" actId="255"/>
          <ac:spMkLst>
            <pc:docMk/>
            <pc:sldMk cId="4263109236" sldId="272"/>
            <ac:spMk id="4" creationId="{9B37207C-3D66-DE39-EE50-4890E7ECCEC7}"/>
          </ac:spMkLst>
        </pc:spChg>
        <pc:picChg chg="add mod">
          <ac:chgData name="Starschich, Eugen" userId="26490f84-3a52-4393-8e46-f0cdfb6c1e50" providerId="ADAL" clId="{9A9034F7-314C-4F75-AD24-7A7A70DE8C8D}" dt="2025-10-01T21:09:59.016" v="168" actId="1076"/>
          <ac:picMkLst>
            <pc:docMk/>
            <pc:sldMk cId="4263109236" sldId="272"/>
            <ac:picMk id="2" creationId="{69B0DCEA-04A5-C547-55EE-375A5B8B3C0E}"/>
          </ac:picMkLst>
        </pc:picChg>
        <pc:picChg chg="del">
          <ac:chgData name="Starschich, Eugen" userId="26490f84-3a52-4393-8e46-f0cdfb6c1e50" providerId="ADAL" clId="{9A9034F7-314C-4F75-AD24-7A7A70DE8C8D}" dt="2025-10-01T21:05:57.547" v="136" actId="478"/>
          <ac:picMkLst>
            <pc:docMk/>
            <pc:sldMk cId="4263109236" sldId="272"/>
            <ac:picMk id="3" creationId="{1815E1A0-1596-EA5B-E550-DA52D1749B1F}"/>
          </ac:picMkLst>
        </pc:picChg>
      </pc:sldChg>
      <pc:sldChg chg="addSp delSp modSp mod">
        <pc:chgData name="Starschich, Eugen" userId="26490f84-3a52-4393-8e46-f0cdfb6c1e50" providerId="ADAL" clId="{9A9034F7-314C-4F75-AD24-7A7A70DE8C8D}" dt="2025-10-01T21:07:31.933" v="146" actId="1076"/>
        <pc:sldMkLst>
          <pc:docMk/>
          <pc:sldMk cId="3096501966" sldId="274"/>
        </pc:sldMkLst>
        <pc:spChg chg="add mod">
          <ac:chgData name="Starschich, Eugen" userId="26490f84-3a52-4393-8e46-f0cdfb6c1e50" providerId="ADAL" clId="{9A9034F7-314C-4F75-AD24-7A7A70DE8C8D}" dt="2025-10-01T21:07:31.933" v="146" actId="1076"/>
          <ac:spMkLst>
            <pc:docMk/>
            <pc:sldMk cId="3096501966" sldId="274"/>
            <ac:spMk id="4" creationId="{7CF54835-2310-4AB2-0B33-783077CD1365}"/>
          </ac:spMkLst>
        </pc:spChg>
        <pc:spChg chg="mod">
          <ac:chgData name="Starschich, Eugen" userId="26490f84-3a52-4393-8e46-f0cdfb6c1e50" providerId="ADAL" clId="{9A9034F7-314C-4F75-AD24-7A7A70DE8C8D}" dt="2025-10-01T21:07:14.547" v="143" actId="27636"/>
          <ac:spMkLst>
            <pc:docMk/>
            <pc:sldMk cId="3096501966" sldId="274"/>
            <ac:spMk id="70" creationId="{6BFE22AF-A7D3-0B29-6DED-FC5555FDFB66}"/>
          </ac:spMkLst>
        </pc:spChg>
        <pc:spChg chg="del">
          <ac:chgData name="Starschich, Eugen" userId="26490f84-3a52-4393-8e46-f0cdfb6c1e50" providerId="ADAL" clId="{9A9034F7-314C-4F75-AD24-7A7A70DE8C8D}" dt="2025-10-01T21:07:28.328" v="144" actId="478"/>
          <ac:spMkLst>
            <pc:docMk/>
            <pc:sldMk cId="3096501966" sldId="274"/>
            <ac:spMk id="71" creationId="{26471A8B-3C76-39FB-E53C-90D5900BB1FB}"/>
          </ac:spMkLst>
        </pc:spChg>
        <pc:graphicFrameChg chg="add mod">
          <ac:chgData name="Starschich, Eugen" userId="26490f84-3a52-4393-8e46-f0cdfb6c1e50" providerId="ADAL" clId="{9A9034F7-314C-4F75-AD24-7A7A70DE8C8D}" dt="2025-10-01T21:07:31.933" v="146" actId="1076"/>
          <ac:graphicFrameMkLst>
            <pc:docMk/>
            <pc:sldMk cId="3096501966" sldId="274"/>
            <ac:graphicFrameMk id="3" creationId="{66DF6B42-78DF-CBCB-BC2D-DAEBDE7D7778}"/>
          </ac:graphicFrameMkLst>
        </pc:graphicFrameChg>
        <pc:picChg chg="del">
          <ac:chgData name="Starschich, Eugen" userId="26490f84-3a52-4393-8e46-f0cdfb6c1e50" providerId="ADAL" clId="{9A9034F7-314C-4F75-AD24-7A7A70DE8C8D}" dt="2025-10-01T21:07:28.328" v="144" actId="478"/>
          <ac:picMkLst>
            <pc:docMk/>
            <pc:sldMk cId="3096501966" sldId="274"/>
            <ac:picMk id="2" creationId="{33AF2CD4-4CD2-725A-F0CD-7E94E5ED8241}"/>
          </ac:picMkLst>
        </pc:picChg>
        <pc:picChg chg="add mod">
          <ac:chgData name="Starschich, Eugen" userId="26490f84-3a52-4393-8e46-f0cdfb6c1e50" providerId="ADAL" clId="{9A9034F7-314C-4F75-AD24-7A7A70DE8C8D}" dt="2025-10-01T21:07:31.933" v="146" actId="1076"/>
          <ac:picMkLst>
            <pc:docMk/>
            <pc:sldMk cId="3096501966" sldId="274"/>
            <ac:picMk id="5" creationId="{34ECBAAB-2316-ABC5-B395-9943EA7AB8E7}"/>
          </ac:picMkLst>
        </pc:picChg>
        <pc:picChg chg="add mod">
          <ac:chgData name="Starschich, Eugen" userId="26490f84-3a52-4393-8e46-f0cdfb6c1e50" providerId="ADAL" clId="{9A9034F7-314C-4F75-AD24-7A7A70DE8C8D}" dt="2025-10-01T21:07:31.933" v="146" actId="1076"/>
          <ac:picMkLst>
            <pc:docMk/>
            <pc:sldMk cId="3096501966" sldId="274"/>
            <ac:picMk id="6" creationId="{610594E4-F0F5-AC37-D95A-C845CD16E00E}"/>
          </ac:picMkLst>
        </pc:picChg>
      </pc:sldChg>
      <pc:sldChg chg="del ord">
        <pc:chgData name="Starschich, Eugen" userId="26490f84-3a52-4393-8e46-f0cdfb6c1e50" providerId="ADAL" clId="{9A9034F7-314C-4F75-AD24-7A7A70DE8C8D}" dt="2025-10-01T21:19:18.769" v="214" actId="47"/>
        <pc:sldMkLst>
          <pc:docMk/>
          <pc:sldMk cId="4153037725" sldId="275"/>
        </pc:sldMkLst>
      </pc:sldChg>
      <pc:sldChg chg="addSp delSp modSp mod">
        <pc:chgData name="Starschich, Eugen" userId="26490f84-3a52-4393-8e46-f0cdfb6c1e50" providerId="ADAL" clId="{9A9034F7-314C-4F75-AD24-7A7A70DE8C8D}" dt="2025-10-01T21:08:34.953" v="156" actId="20577"/>
        <pc:sldMkLst>
          <pc:docMk/>
          <pc:sldMk cId="805514049" sldId="276"/>
        </pc:sldMkLst>
        <pc:spChg chg="mod">
          <ac:chgData name="Starschich, Eugen" userId="26490f84-3a52-4393-8e46-f0cdfb6c1e50" providerId="ADAL" clId="{9A9034F7-314C-4F75-AD24-7A7A70DE8C8D}" dt="2025-10-01T21:08:34.953" v="156" actId="20577"/>
          <ac:spMkLst>
            <pc:docMk/>
            <pc:sldMk cId="805514049" sldId="276"/>
            <ac:spMk id="70" creationId="{F69AFC70-856A-D9EA-8D66-4FADA17506C6}"/>
          </ac:spMkLst>
        </pc:spChg>
        <pc:spChg chg="del">
          <ac:chgData name="Starschich, Eugen" userId="26490f84-3a52-4393-8e46-f0cdfb6c1e50" providerId="ADAL" clId="{9A9034F7-314C-4F75-AD24-7A7A70DE8C8D}" dt="2025-10-01T21:08:25.097" v="147" actId="478"/>
          <ac:spMkLst>
            <pc:docMk/>
            <pc:sldMk cId="805514049" sldId="276"/>
            <ac:spMk id="71" creationId="{AC8D6C3F-A429-6F81-018A-1D938EDFEDEA}"/>
          </ac:spMkLst>
        </pc:spChg>
        <pc:graphicFrameChg chg="add mod">
          <ac:chgData name="Starschich, Eugen" userId="26490f84-3a52-4393-8e46-f0cdfb6c1e50" providerId="ADAL" clId="{9A9034F7-314C-4F75-AD24-7A7A70DE8C8D}" dt="2025-10-01T21:08:28.976" v="149" actId="1076"/>
          <ac:graphicFrameMkLst>
            <pc:docMk/>
            <pc:sldMk cId="805514049" sldId="276"/>
            <ac:graphicFrameMk id="2" creationId="{5493E826-4C43-C981-A73C-0EC876F12B02}"/>
          </ac:graphicFrameMkLst>
        </pc:graphicFrameChg>
        <pc:picChg chg="del">
          <ac:chgData name="Starschich, Eugen" userId="26490f84-3a52-4393-8e46-f0cdfb6c1e50" providerId="ADAL" clId="{9A9034F7-314C-4F75-AD24-7A7A70DE8C8D}" dt="2025-10-01T21:08:25.097" v="147" actId="478"/>
          <ac:picMkLst>
            <pc:docMk/>
            <pc:sldMk cId="805514049" sldId="276"/>
            <ac:picMk id="3" creationId="{AF636811-782C-3598-B7E4-C73E9D59D34A}"/>
          </ac:picMkLst>
        </pc:picChg>
        <pc:picChg chg="add mod">
          <ac:chgData name="Starschich, Eugen" userId="26490f84-3a52-4393-8e46-f0cdfb6c1e50" providerId="ADAL" clId="{9A9034F7-314C-4F75-AD24-7A7A70DE8C8D}" dt="2025-10-01T21:08:28.976" v="149" actId="1076"/>
          <ac:picMkLst>
            <pc:docMk/>
            <pc:sldMk cId="805514049" sldId="276"/>
            <ac:picMk id="4" creationId="{E2B3E69E-1253-5972-39AD-9BC519E7F645}"/>
          </ac:picMkLst>
        </pc:picChg>
        <pc:picChg chg="add mod">
          <ac:chgData name="Starschich, Eugen" userId="26490f84-3a52-4393-8e46-f0cdfb6c1e50" providerId="ADAL" clId="{9A9034F7-314C-4F75-AD24-7A7A70DE8C8D}" dt="2025-10-01T21:08:28.976" v="149" actId="1076"/>
          <ac:picMkLst>
            <pc:docMk/>
            <pc:sldMk cId="805514049" sldId="276"/>
            <ac:picMk id="5" creationId="{234DA6FF-F75A-E539-583E-3346D914F784}"/>
          </ac:picMkLst>
        </pc:picChg>
      </pc:sldChg>
      <pc:sldChg chg="addSp delSp modSp mod">
        <pc:chgData name="Starschich, Eugen" userId="26490f84-3a52-4393-8e46-f0cdfb6c1e50" providerId="ADAL" clId="{9A9034F7-314C-4F75-AD24-7A7A70DE8C8D}" dt="2025-10-01T21:09:06.945" v="160" actId="1076"/>
        <pc:sldMkLst>
          <pc:docMk/>
          <pc:sldMk cId="3591809553" sldId="277"/>
        </pc:sldMkLst>
        <pc:spChg chg="mod">
          <ac:chgData name="Starschich, Eugen" userId="26490f84-3a52-4393-8e46-f0cdfb6c1e50" providerId="ADAL" clId="{9A9034F7-314C-4F75-AD24-7A7A70DE8C8D}" dt="2025-10-01T21:08:53.597" v="157"/>
          <ac:spMkLst>
            <pc:docMk/>
            <pc:sldMk cId="3591809553" sldId="277"/>
            <ac:spMk id="70" creationId="{07220191-661E-F329-DC46-A852DBC75447}"/>
          </ac:spMkLst>
        </pc:spChg>
        <pc:spChg chg="del">
          <ac:chgData name="Starschich, Eugen" userId="26490f84-3a52-4393-8e46-f0cdfb6c1e50" providerId="ADAL" clId="{9A9034F7-314C-4F75-AD24-7A7A70DE8C8D}" dt="2025-10-01T21:09:02.278" v="158" actId="478"/>
          <ac:spMkLst>
            <pc:docMk/>
            <pc:sldMk cId="3591809553" sldId="277"/>
            <ac:spMk id="71" creationId="{A98DC104-5DEE-6AD7-8489-E7E5DFCCB1D4}"/>
          </ac:spMkLst>
        </pc:spChg>
        <pc:graphicFrameChg chg="add mod">
          <ac:chgData name="Starschich, Eugen" userId="26490f84-3a52-4393-8e46-f0cdfb6c1e50" providerId="ADAL" clId="{9A9034F7-314C-4F75-AD24-7A7A70DE8C8D}" dt="2025-10-01T21:09:06.945" v="160" actId="1076"/>
          <ac:graphicFrameMkLst>
            <pc:docMk/>
            <pc:sldMk cId="3591809553" sldId="277"/>
            <ac:graphicFrameMk id="3" creationId="{300E2AF5-A482-9D03-CAD8-C8B9883F7FB7}"/>
          </ac:graphicFrameMkLst>
        </pc:graphicFrameChg>
        <pc:picChg chg="del">
          <ac:chgData name="Starschich, Eugen" userId="26490f84-3a52-4393-8e46-f0cdfb6c1e50" providerId="ADAL" clId="{9A9034F7-314C-4F75-AD24-7A7A70DE8C8D}" dt="2025-10-01T21:09:02.278" v="158" actId="478"/>
          <ac:picMkLst>
            <pc:docMk/>
            <pc:sldMk cId="3591809553" sldId="277"/>
            <ac:picMk id="2" creationId="{C396B169-E6C3-67FE-1E75-6DDCD06ADB9B}"/>
          </ac:picMkLst>
        </pc:picChg>
        <pc:picChg chg="add mod">
          <ac:chgData name="Starschich, Eugen" userId="26490f84-3a52-4393-8e46-f0cdfb6c1e50" providerId="ADAL" clId="{9A9034F7-314C-4F75-AD24-7A7A70DE8C8D}" dt="2025-10-01T21:09:06.945" v="160" actId="1076"/>
          <ac:picMkLst>
            <pc:docMk/>
            <pc:sldMk cId="3591809553" sldId="277"/>
            <ac:picMk id="4" creationId="{FBE806EF-DFDE-2B92-C680-E13D52026491}"/>
          </ac:picMkLst>
        </pc:picChg>
        <pc:picChg chg="add mod">
          <ac:chgData name="Starschich, Eugen" userId="26490f84-3a52-4393-8e46-f0cdfb6c1e50" providerId="ADAL" clId="{9A9034F7-314C-4F75-AD24-7A7A70DE8C8D}" dt="2025-10-01T21:09:06.945" v="160" actId="1076"/>
          <ac:picMkLst>
            <pc:docMk/>
            <pc:sldMk cId="3591809553" sldId="277"/>
            <ac:picMk id="5" creationId="{EB46EB0C-2482-C8E7-4AC9-2602B2C1219D}"/>
          </ac:picMkLst>
        </pc:picChg>
      </pc:sldChg>
      <pc:sldChg chg="addSp delSp modSp mod">
        <pc:chgData name="Starschich, Eugen" userId="26490f84-3a52-4393-8e46-f0cdfb6c1e50" providerId="ADAL" clId="{9A9034F7-314C-4F75-AD24-7A7A70DE8C8D}" dt="2025-10-01T21:09:36.190" v="164" actId="1076"/>
        <pc:sldMkLst>
          <pc:docMk/>
          <pc:sldMk cId="4029490452" sldId="279"/>
        </pc:sldMkLst>
        <pc:spChg chg="del">
          <ac:chgData name="Starschich, Eugen" userId="26490f84-3a52-4393-8e46-f0cdfb6c1e50" providerId="ADAL" clId="{9A9034F7-314C-4F75-AD24-7A7A70DE8C8D}" dt="2025-10-01T21:09:24.864" v="162" actId="478"/>
          <ac:spMkLst>
            <pc:docMk/>
            <pc:sldMk cId="4029490452" sldId="279"/>
            <ac:spMk id="5" creationId="{11BA758D-C19D-E299-29EA-D25057EAA651}"/>
          </ac:spMkLst>
        </pc:spChg>
        <pc:spChg chg="mod">
          <ac:chgData name="Starschich, Eugen" userId="26490f84-3a52-4393-8e46-f0cdfb6c1e50" providerId="ADAL" clId="{9A9034F7-314C-4F75-AD24-7A7A70DE8C8D}" dt="2025-10-01T21:09:19.501" v="161"/>
          <ac:spMkLst>
            <pc:docMk/>
            <pc:sldMk cId="4029490452" sldId="279"/>
            <ac:spMk id="70" creationId="{6B731682-E6DC-2229-A12E-0CE4C947564A}"/>
          </ac:spMkLst>
        </pc:spChg>
        <pc:spChg chg="del">
          <ac:chgData name="Starschich, Eugen" userId="26490f84-3a52-4393-8e46-f0cdfb6c1e50" providerId="ADAL" clId="{9A9034F7-314C-4F75-AD24-7A7A70DE8C8D}" dt="2025-10-01T21:09:24.864" v="162" actId="478"/>
          <ac:spMkLst>
            <pc:docMk/>
            <pc:sldMk cId="4029490452" sldId="279"/>
            <ac:spMk id="71" creationId="{BE3DEB81-D02A-98F4-5561-22844DF01D58}"/>
          </ac:spMkLst>
        </pc:spChg>
        <pc:graphicFrameChg chg="add mod">
          <ac:chgData name="Starschich, Eugen" userId="26490f84-3a52-4393-8e46-f0cdfb6c1e50" providerId="ADAL" clId="{9A9034F7-314C-4F75-AD24-7A7A70DE8C8D}" dt="2025-10-01T21:09:36.190" v="164" actId="1076"/>
          <ac:graphicFrameMkLst>
            <pc:docMk/>
            <pc:sldMk cId="4029490452" sldId="279"/>
            <ac:graphicFrameMk id="2" creationId="{4ACE8F50-EA2E-860A-9612-EA97D3B4009C}"/>
          </ac:graphicFrameMkLst>
        </pc:graphicFrameChg>
        <pc:graphicFrameChg chg="add mod">
          <ac:chgData name="Starschich, Eugen" userId="26490f84-3a52-4393-8e46-f0cdfb6c1e50" providerId="ADAL" clId="{9A9034F7-314C-4F75-AD24-7A7A70DE8C8D}" dt="2025-10-01T21:09:36.190" v="164" actId="1076"/>
          <ac:graphicFrameMkLst>
            <pc:docMk/>
            <pc:sldMk cId="4029490452" sldId="279"/>
            <ac:graphicFrameMk id="6" creationId="{05B96BC9-D91F-3A1C-B409-6A907A69420A}"/>
          </ac:graphicFrameMkLst>
        </pc:graphicFrameChg>
        <pc:picChg chg="del">
          <ac:chgData name="Starschich, Eugen" userId="26490f84-3a52-4393-8e46-f0cdfb6c1e50" providerId="ADAL" clId="{9A9034F7-314C-4F75-AD24-7A7A70DE8C8D}" dt="2025-10-01T21:09:24.864" v="162" actId="478"/>
          <ac:picMkLst>
            <pc:docMk/>
            <pc:sldMk cId="4029490452" sldId="279"/>
            <ac:picMk id="3" creationId="{6FD9AA33-283D-B2EA-6427-B5A32ED64E2A}"/>
          </ac:picMkLst>
        </pc:picChg>
        <pc:picChg chg="del">
          <ac:chgData name="Starschich, Eugen" userId="26490f84-3a52-4393-8e46-f0cdfb6c1e50" providerId="ADAL" clId="{9A9034F7-314C-4F75-AD24-7A7A70DE8C8D}" dt="2025-10-01T21:09:24.864" v="162" actId="478"/>
          <ac:picMkLst>
            <pc:docMk/>
            <pc:sldMk cId="4029490452" sldId="279"/>
            <ac:picMk id="4" creationId="{D53FD87B-EFF2-54E0-DA0C-4F0687D54F4B}"/>
          </ac:picMkLst>
        </pc:picChg>
        <pc:picChg chg="add mod">
          <ac:chgData name="Starschich, Eugen" userId="26490f84-3a52-4393-8e46-f0cdfb6c1e50" providerId="ADAL" clId="{9A9034F7-314C-4F75-AD24-7A7A70DE8C8D}" dt="2025-10-01T21:09:36.190" v="164" actId="1076"/>
          <ac:picMkLst>
            <pc:docMk/>
            <pc:sldMk cId="4029490452" sldId="279"/>
            <ac:picMk id="7" creationId="{D02D8133-D9CB-4EB5-63B4-C81D2D2EE8FB}"/>
          </ac:picMkLst>
        </pc:picChg>
        <pc:picChg chg="add mod">
          <ac:chgData name="Starschich, Eugen" userId="26490f84-3a52-4393-8e46-f0cdfb6c1e50" providerId="ADAL" clId="{9A9034F7-314C-4F75-AD24-7A7A70DE8C8D}" dt="2025-10-01T21:09:36.190" v="164" actId="1076"/>
          <ac:picMkLst>
            <pc:docMk/>
            <pc:sldMk cId="4029490452" sldId="279"/>
            <ac:picMk id="8" creationId="{E99F0E03-8F20-767E-2720-E45263EB499F}"/>
          </ac:picMkLst>
        </pc:picChg>
      </pc:sldChg>
      <pc:sldChg chg="addSp delSp modSp mod">
        <pc:chgData name="Starschich, Eugen" userId="26490f84-3a52-4393-8e46-f0cdfb6c1e50" providerId="ADAL" clId="{9A9034F7-314C-4F75-AD24-7A7A70DE8C8D}" dt="2025-10-01T21:13:17.088" v="181" actId="1076"/>
        <pc:sldMkLst>
          <pc:docMk/>
          <pc:sldMk cId="3468657621" sldId="280"/>
        </pc:sldMkLst>
        <pc:spChg chg="add mod">
          <ac:chgData name="Starschich, Eugen" userId="26490f84-3a52-4393-8e46-f0cdfb6c1e50" providerId="ADAL" clId="{9A9034F7-314C-4F75-AD24-7A7A70DE8C8D}" dt="2025-10-01T21:13:12.169" v="179" actId="1076"/>
          <ac:spMkLst>
            <pc:docMk/>
            <pc:sldMk cId="3468657621" sldId="280"/>
            <ac:spMk id="3" creationId="{4AD4DDC3-8E81-510A-8F3A-CB24355220F7}"/>
          </ac:spMkLst>
        </pc:spChg>
        <pc:spChg chg="add mod">
          <ac:chgData name="Starschich, Eugen" userId="26490f84-3a52-4393-8e46-f0cdfb6c1e50" providerId="ADAL" clId="{9A9034F7-314C-4F75-AD24-7A7A70DE8C8D}" dt="2025-10-01T21:13:17.088" v="181" actId="1076"/>
          <ac:spMkLst>
            <pc:docMk/>
            <pc:sldMk cId="3468657621" sldId="280"/>
            <ac:spMk id="4" creationId="{233A4A17-B0D9-D2AD-D32E-63B7227943F8}"/>
          </ac:spMkLst>
        </pc:spChg>
        <pc:spChg chg="del">
          <ac:chgData name="Starschich, Eugen" userId="26490f84-3a52-4393-8e46-f0cdfb6c1e50" providerId="ADAL" clId="{9A9034F7-314C-4F75-AD24-7A7A70DE8C8D}" dt="2025-10-01T21:11:38.947" v="174" actId="478"/>
          <ac:spMkLst>
            <pc:docMk/>
            <pc:sldMk cId="3468657621" sldId="280"/>
            <ac:spMk id="6" creationId="{82AE0E42-C888-0E0C-9F82-40FE6BB566DE}"/>
          </ac:spMkLst>
        </pc:spChg>
        <pc:spChg chg="mod">
          <ac:chgData name="Starschich, Eugen" userId="26490f84-3a52-4393-8e46-f0cdfb6c1e50" providerId="ADAL" clId="{9A9034F7-314C-4F75-AD24-7A7A70DE8C8D}" dt="2025-10-01T21:11:51.768" v="175" actId="6549"/>
          <ac:spMkLst>
            <pc:docMk/>
            <pc:sldMk cId="3468657621" sldId="280"/>
            <ac:spMk id="70" creationId="{6CB87B36-C74C-F10E-2F0F-5106CDC704B8}"/>
          </ac:spMkLst>
        </pc:spChg>
        <pc:spChg chg="del">
          <ac:chgData name="Starschich, Eugen" userId="26490f84-3a52-4393-8e46-f0cdfb6c1e50" providerId="ADAL" clId="{9A9034F7-314C-4F75-AD24-7A7A70DE8C8D}" dt="2025-10-01T21:11:38.947" v="174" actId="478"/>
          <ac:spMkLst>
            <pc:docMk/>
            <pc:sldMk cId="3468657621" sldId="280"/>
            <ac:spMk id="71" creationId="{ECD50A6B-8C71-D173-DBE5-914FE00357AF}"/>
          </ac:spMkLst>
        </pc:spChg>
        <pc:picChg chg="del">
          <ac:chgData name="Starschich, Eugen" userId="26490f84-3a52-4393-8e46-f0cdfb6c1e50" providerId="ADAL" clId="{9A9034F7-314C-4F75-AD24-7A7A70DE8C8D}" dt="2025-10-01T21:11:36.245" v="173" actId="478"/>
          <ac:picMkLst>
            <pc:docMk/>
            <pc:sldMk cId="3468657621" sldId="280"/>
            <ac:picMk id="2" creationId="{3A346807-975C-90DC-4D1E-081B3542A822}"/>
          </ac:picMkLst>
        </pc:picChg>
        <pc:picChg chg="add mod">
          <ac:chgData name="Starschich, Eugen" userId="26490f84-3a52-4393-8e46-f0cdfb6c1e50" providerId="ADAL" clId="{9A9034F7-314C-4F75-AD24-7A7A70DE8C8D}" dt="2025-10-01T21:13:04.846" v="177" actId="1076"/>
          <ac:picMkLst>
            <pc:docMk/>
            <pc:sldMk cId="3468657621" sldId="280"/>
            <ac:picMk id="5" creationId="{AA992AFE-F0F4-4AFB-BBCA-CDE0C34B0E3C}"/>
          </ac:picMkLst>
        </pc:picChg>
        <pc:picChg chg="add mod">
          <ac:chgData name="Starschich, Eugen" userId="26490f84-3a52-4393-8e46-f0cdfb6c1e50" providerId="ADAL" clId="{9A9034F7-314C-4F75-AD24-7A7A70DE8C8D}" dt="2025-10-01T21:13:04.846" v="177" actId="1076"/>
          <ac:picMkLst>
            <pc:docMk/>
            <pc:sldMk cId="3468657621" sldId="280"/>
            <ac:picMk id="7" creationId="{AC018F65-121A-2042-2A09-0BFDEF036078}"/>
          </ac:picMkLst>
        </pc:picChg>
      </pc:sldChg>
      <pc:sldChg chg="addSp delSp modSp mod">
        <pc:chgData name="Starschich, Eugen" userId="26490f84-3a52-4393-8e46-f0cdfb6c1e50" providerId="ADAL" clId="{9A9034F7-314C-4F75-AD24-7A7A70DE8C8D}" dt="2025-10-01T21:14:02.784" v="185" actId="1076"/>
        <pc:sldMkLst>
          <pc:docMk/>
          <pc:sldMk cId="2806519172" sldId="281"/>
        </pc:sldMkLst>
        <pc:spChg chg="add mod">
          <ac:chgData name="Starschich, Eugen" userId="26490f84-3a52-4393-8e46-f0cdfb6c1e50" providerId="ADAL" clId="{9A9034F7-314C-4F75-AD24-7A7A70DE8C8D}" dt="2025-10-01T21:14:02.784" v="185" actId="1076"/>
          <ac:spMkLst>
            <pc:docMk/>
            <pc:sldMk cId="2806519172" sldId="281"/>
            <ac:spMk id="5" creationId="{91D4DFF1-81A5-6B41-B7F7-D1B72AC89B92}"/>
          </ac:spMkLst>
        </pc:spChg>
        <pc:spChg chg="del">
          <ac:chgData name="Starschich, Eugen" userId="26490f84-3a52-4393-8e46-f0cdfb6c1e50" providerId="ADAL" clId="{9A9034F7-314C-4F75-AD24-7A7A70DE8C8D}" dt="2025-10-01T21:13:53.044" v="183" actId="478"/>
          <ac:spMkLst>
            <pc:docMk/>
            <pc:sldMk cId="2806519172" sldId="281"/>
            <ac:spMk id="6" creationId="{486BF4DA-AA40-E1DF-3537-2E322A2C4FA7}"/>
          </ac:spMkLst>
        </pc:spChg>
        <pc:spChg chg="mod">
          <ac:chgData name="Starschich, Eugen" userId="26490f84-3a52-4393-8e46-f0cdfb6c1e50" providerId="ADAL" clId="{9A9034F7-314C-4F75-AD24-7A7A70DE8C8D}" dt="2025-10-01T21:13:47.932" v="182" actId="6549"/>
          <ac:spMkLst>
            <pc:docMk/>
            <pc:sldMk cId="2806519172" sldId="281"/>
            <ac:spMk id="70" creationId="{514B4B1F-1FF6-DC60-7577-FAEDB70671F5}"/>
          </ac:spMkLst>
        </pc:spChg>
        <pc:spChg chg="del">
          <ac:chgData name="Starschich, Eugen" userId="26490f84-3a52-4393-8e46-f0cdfb6c1e50" providerId="ADAL" clId="{9A9034F7-314C-4F75-AD24-7A7A70DE8C8D}" dt="2025-10-01T21:13:53.044" v="183" actId="478"/>
          <ac:spMkLst>
            <pc:docMk/>
            <pc:sldMk cId="2806519172" sldId="281"/>
            <ac:spMk id="71" creationId="{69C5C635-1530-F25A-7A65-E9F79AFE191D}"/>
          </ac:spMkLst>
        </pc:spChg>
        <pc:graphicFrameChg chg="add mod">
          <ac:chgData name="Starschich, Eugen" userId="26490f84-3a52-4393-8e46-f0cdfb6c1e50" providerId="ADAL" clId="{9A9034F7-314C-4F75-AD24-7A7A70DE8C8D}" dt="2025-10-01T21:14:02.784" v="185" actId="1076"/>
          <ac:graphicFrameMkLst>
            <pc:docMk/>
            <pc:sldMk cId="2806519172" sldId="281"/>
            <ac:graphicFrameMk id="2" creationId="{B6DFC43A-0317-6F53-C0C2-6ED46335D981}"/>
          </ac:graphicFrameMkLst>
        </pc:graphicFrameChg>
        <pc:graphicFrameChg chg="add mod">
          <ac:chgData name="Starschich, Eugen" userId="26490f84-3a52-4393-8e46-f0cdfb6c1e50" providerId="ADAL" clId="{9A9034F7-314C-4F75-AD24-7A7A70DE8C8D}" dt="2025-10-01T21:14:02.784" v="185" actId="1076"/>
          <ac:graphicFrameMkLst>
            <pc:docMk/>
            <pc:sldMk cId="2806519172" sldId="281"/>
            <ac:graphicFrameMk id="4" creationId="{2FAF877A-D36A-B883-0E54-1FB52A13F10A}"/>
          </ac:graphicFrameMkLst>
        </pc:graphicFrameChg>
        <pc:picChg chg="del">
          <ac:chgData name="Starschich, Eugen" userId="26490f84-3a52-4393-8e46-f0cdfb6c1e50" providerId="ADAL" clId="{9A9034F7-314C-4F75-AD24-7A7A70DE8C8D}" dt="2025-10-01T21:13:53.044" v="183" actId="478"/>
          <ac:picMkLst>
            <pc:docMk/>
            <pc:sldMk cId="2806519172" sldId="281"/>
            <ac:picMk id="3" creationId="{5D42FD5A-572B-40D6-0173-AF1ED414DB98}"/>
          </ac:picMkLst>
        </pc:picChg>
        <pc:picChg chg="add mod">
          <ac:chgData name="Starschich, Eugen" userId="26490f84-3a52-4393-8e46-f0cdfb6c1e50" providerId="ADAL" clId="{9A9034F7-314C-4F75-AD24-7A7A70DE8C8D}" dt="2025-10-01T21:14:02.784" v="185" actId="1076"/>
          <ac:picMkLst>
            <pc:docMk/>
            <pc:sldMk cId="2806519172" sldId="281"/>
            <ac:picMk id="7" creationId="{FCAA32A1-1A04-EB3C-4F4B-014930DEC6D1}"/>
          </ac:picMkLst>
        </pc:picChg>
      </pc:sldChg>
      <pc:sldChg chg="addSp delSp modSp mod">
        <pc:chgData name="Starschich, Eugen" userId="26490f84-3a52-4393-8e46-f0cdfb6c1e50" providerId="ADAL" clId="{9A9034F7-314C-4F75-AD24-7A7A70DE8C8D}" dt="2025-10-01T21:14:44.920" v="204" actId="20577"/>
        <pc:sldMkLst>
          <pc:docMk/>
          <pc:sldMk cId="2738136966" sldId="282"/>
        </pc:sldMkLst>
        <pc:spChg chg="del">
          <ac:chgData name="Starschich, Eugen" userId="26490f84-3a52-4393-8e46-f0cdfb6c1e50" providerId="ADAL" clId="{9A9034F7-314C-4F75-AD24-7A7A70DE8C8D}" dt="2025-10-01T21:14:34.161" v="186" actId="478"/>
          <ac:spMkLst>
            <pc:docMk/>
            <pc:sldMk cId="2738136966" sldId="282"/>
            <ac:spMk id="4" creationId="{BD907EC8-651F-6B06-36F8-480DD4D23023}"/>
          </ac:spMkLst>
        </pc:spChg>
        <pc:spChg chg="add mod">
          <ac:chgData name="Starschich, Eugen" userId="26490f84-3a52-4393-8e46-f0cdfb6c1e50" providerId="ADAL" clId="{9A9034F7-314C-4F75-AD24-7A7A70DE8C8D}" dt="2025-10-01T21:14:34.688" v="187"/>
          <ac:spMkLst>
            <pc:docMk/>
            <pc:sldMk cId="2738136966" sldId="282"/>
            <ac:spMk id="5" creationId="{00C86B6D-0AB1-433A-C5EE-78D3182904EF}"/>
          </ac:spMkLst>
        </pc:spChg>
        <pc:spChg chg="del">
          <ac:chgData name="Starschich, Eugen" userId="26490f84-3a52-4393-8e46-f0cdfb6c1e50" providerId="ADAL" clId="{9A9034F7-314C-4F75-AD24-7A7A70DE8C8D}" dt="2025-10-01T21:14:34.161" v="186" actId="478"/>
          <ac:spMkLst>
            <pc:docMk/>
            <pc:sldMk cId="2738136966" sldId="282"/>
            <ac:spMk id="6" creationId="{2464FB4F-D088-7FD6-0102-7FB0B4E9EF1B}"/>
          </ac:spMkLst>
        </pc:spChg>
        <pc:spChg chg="add mod">
          <ac:chgData name="Starschich, Eugen" userId="26490f84-3a52-4393-8e46-f0cdfb6c1e50" providerId="ADAL" clId="{9A9034F7-314C-4F75-AD24-7A7A70DE8C8D}" dt="2025-10-01T21:14:34.688" v="187"/>
          <ac:spMkLst>
            <pc:docMk/>
            <pc:sldMk cId="2738136966" sldId="282"/>
            <ac:spMk id="7" creationId="{731A2FDD-9C28-32F7-7DD7-8EEC65A49ACA}"/>
          </ac:spMkLst>
        </pc:spChg>
        <pc:spChg chg="mod">
          <ac:chgData name="Starschich, Eugen" userId="26490f84-3a52-4393-8e46-f0cdfb6c1e50" providerId="ADAL" clId="{9A9034F7-314C-4F75-AD24-7A7A70DE8C8D}" dt="2025-10-01T21:14:44.920" v="204" actId="20577"/>
          <ac:spMkLst>
            <pc:docMk/>
            <pc:sldMk cId="2738136966" sldId="282"/>
            <ac:spMk id="70" creationId="{FC2B2105-ADBC-8840-469D-95F3CF78F844}"/>
          </ac:spMkLst>
        </pc:spChg>
        <pc:picChg chg="del">
          <ac:chgData name="Starschich, Eugen" userId="26490f84-3a52-4393-8e46-f0cdfb6c1e50" providerId="ADAL" clId="{9A9034F7-314C-4F75-AD24-7A7A70DE8C8D}" dt="2025-10-01T21:14:34.161" v="186" actId="478"/>
          <ac:picMkLst>
            <pc:docMk/>
            <pc:sldMk cId="2738136966" sldId="282"/>
            <ac:picMk id="2" creationId="{8DD71DEC-19E4-D840-B2D3-CEC0288F09F5}"/>
          </ac:picMkLst>
        </pc:picChg>
        <pc:picChg chg="del">
          <ac:chgData name="Starschich, Eugen" userId="26490f84-3a52-4393-8e46-f0cdfb6c1e50" providerId="ADAL" clId="{9A9034F7-314C-4F75-AD24-7A7A70DE8C8D}" dt="2025-10-01T21:14:34.161" v="186" actId="478"/>
          <ac:picMkLst>
            <pc:docMk/>
            <pc:sldMk cId="2738136966" sldId="282"/>
            <ac:picMk id="3" creationId="{071FC5C2-A72B-917F-A08B-2BAF17099417}"/>
          </ac:picMkLst>
        </pc:picChg>
        <pc:picChg chg="add mod">
          <ac:chgData name="Starschich, Eugen" userId="26490f84-3a52-4393-8e46-f0cdfb6c1e50" providerId="ADAL" clId="{9A9034F7-314C-4F75-AD24-7A7A70DE8C8D}" dt="2025-10-01T21:14:34.688" v="187"/>
          <ac:picMkLst>
            <pc:docMk/>
            <pc:sldMk cId="2738136966" sldId="282"/>
            <ac:picMk id="8" creationId="{0FDF2912-5A6B-744F-CEC9-9E8FD4945735}"/>
          </ac:picMkLst>
        </pc:picChg>
        <pc:picChg chg="add mod">
          <ac:chgData name="Starschich, Eugen" userId="26490f84-3a52-4393-8e46-f0cdfb6c1e50" providerId="ADAL" clId="{9A9034F7-314C-4F75-AD24-7A7A70DE8C8D}" dt="2025-10-01T21:14:34.688" v="187"/>
          <ac:picMkLst>
            <pc:docMk/>
            <pc:sldMk cId="2738136966" sldId="282"/>
            <ac:picMk id="9" creationId="{477D7B65-BEA7-381B-C6F3-E7B0A8AEA03B}"/>
          </ac:picMkLst>
        </pc:picChg>
      </pc:sldChg>
      <pc:sldChg chg="addSp delSp modSp add mod">
        <pc:chgData name="Starschich, Eugen" userId="26490f84-3a52-4393-8e46-f0cdfb6c1e50" providerId="ADAL" clId="{9A9034F7-314C-4F75-AD24-7A7A70DE8C8D}" dt="2025-10-01T02:42:00.887" v="43" actId="1076"/>
        <pc:sldMkLst>
          <pc:docMk/>
          <pc:sldMk cId="1816227500" sldId="287"/>
        </pc:sldMkLst>
        <pc:picChg chg="add mod">
          <ac:chgData name="Starschich, Eugen" userId="26490f84-3a52-4393-8e46-f0cdfb6c1e50" providerId="ADAL" clId="{9A9034F7-314C-4F75-AD24-7A7A70DE8C8D}" dt="2025-10-01T02:42:00.887" v="43" actId="1076"/>
          <ac:picMkLst>
            <pc:docMk/>
            <pc:sldMk cId="1816227500" sldId="287"/>
            <ac:picMk id="3" creationId="{5F6A7D0D-238A-762C-1CCC-31153ADB739C}"/>
          </ac:picMkLst>
        </pc:picChg>
        <pc:picChg chg="del">
          <ac:chgData name="Starschich, Eugen" userId="26490f84-3a52-4393-8e46-f0cdfb6c1e50" providerId="ADAL" clId="{9A9034F7-314C-4F75-AD24-7A7A70DE8C8D}" dt="2025-10-01T02:41:39.941" v="39" actId="478"/>
          <ac:picMkLst>
            <pc:docMk/>
            <pc:sldMk cId="1816227500" sldId="287"/>
            <ac:picMk id="6" creationId="{14B383CA-AF32-EE18-9957-D7E2A21614DC}"/>
          </ac:picMkLst>
        </pc:picChg>
      </pc:sldChg>
      <pc:sldChg chg="add">
        <pc:chgData name="Starschich, Eugen" userId="26490f84-3a52-4393-8e46-f0cdfb6c1e50" providerId="ADAL" clId="{9A9034F7-314C-4F75-AD24-7A7A70DE8C8D}" dt="2025-10-01T02:42:47.624" v="44"/>
        <pc:sldMkLst>
          <pc:docMk/>
          <pc:sldMk cId="1336507505" sldId="288"/>
        </pc:sldMkLst>
      </pc:sldChg>
      <pc:sldChg chg="addSp delSp modSp add mod">
        <pc:chgData name="Starschich, Eugen" userId="26490f84-3a52-4393-8e46-f0cdfb6c1e50" providerId="ADAL" clId="{9A9034F7-314C-4F75-AD24-7A7A70DE8C8D}" dt="2025-10-01T21:01:21.785" v="110" actId="1076"/>
        <pc:sldMkLst>
          <pc:docMk/>
          <pc:sldMk cId="1803352689" sldId="289"/>
        </pc:sldMkLst>
        <pc:graphicFrameChg chg="add del mod">
          <ac:chgData name="Starschich, Eugen" userId="26490f84-3a52-4393-8e46-f0cdfb6c1e50" providerId="ADAL" clId="{9A9034F7-314C-4F75-AD24-7A7A70DE8C8D}" dt="2025-10-01T21:00:42.682" v="105"/>
          <ac:graphicFrameMkLst>
            <pc:docMk/>
            <pc:sldMk cId="1803352689" sldId="289"/>
            <ac:graphicFrameMk id="2" creationId="{91D62F4E-8AB8-1AEE-D4D2-DBE3D707A457}"/>
          </ac:graphicFrameMkLst>
        </pc:graphicFrameChg>
        <pc:picChg chg="del">
          <ac:chgData name="Starschich, Eugen" userId="26490f84-3a52-4393-8e46-f0cdfb6c1e50" providerId="ADAL" clId="{9A9034F7-314C-4F75-AD24-7A7A70DE8C8D}" dt="2025-10-01T20:58:26.517" v="101" actId="478"/>
          <ac:picMkLst>
            <pc:docMk/>
            <pc:sldMk cId="1803352689" sldId="289"/>
            <ac:picMk id="3" creationId="{28586E89-93C9-47CB-16D7-D1DAEB95EEDD}"/>
          </ac:picMkLst>
        </pc:picChg>
        <pc:picChg chg="add mod">
          <ac:chgData name="Starschich, Eugen" userId="26490f84-3a52-4393-8e46-f0cdfb6c1e50" providerId="ADAL" clId="{9A9034F7-314C-4F75-AD24-7A7A70DE8C8D}" dt="2025-10-01T21:01:21.785" v="110" actId="1076"/>
          <ac:picMkLst>
            <pc:docMk/>
            <pc:sldMk cId="1803352689" sldId="289"/>
            <ac:picMk id="4" creationId="{F040D4E4-4864-271C-2A73-004FFE6060C6}"/>
          </ac:picMkLst>
        </pc:picChg>
      </pc:sldChg>
      <pc:sldChg chg="addSp delSp modSp add mod">
        <pc:chgData name="Starschich, Eugen" userId="26490f84-3a52-4393-8e46-f0cdfb6c1e50" providerId="ADAL" clId="{9A9034F7-314C-4F75-AD24-7A7A70DE8C8D}" dt="2025-10-01T21:02:18.206" v="114" actId="1076"/>
        <pc:sldMkLst>
          <pc:docMk/>
          <pc:sldMk cId="3485170992" sldId="290"/>
        </pc:sldMkLst>
        <pc:picChg chg="del">
          <ac:chgData name="Starschich, Eugen" userId="26490f84-3a52-4393-8e46-f0cdfb6c1e50" providerId="ADAL" clId="{9A9034F7-314C-4F75-AD24-7A7A70DE8C8D}" dt="2025-10-01T20:58:30.313" v="102" actId="478"/>
          <ac:picMkLst>
            <pc:docMk/>
            <pc:sldMk cId="3485170992" sldId="290"/>
            <ac:picMk id="3" creationId="{BBC98275-7D26-D44C-809C-BEE452BDA762}"/>
          </ac:picMkLst>
        </pc:picChg>
        <pc:picChg chg="add mod">
          <ac:chgData name="Starschich, Eugen" userId="26490f84-3a52-4393-8e46-f0cdfb6c1e50" providerId="ADAL" clId="{9A9034F7-314C-4F75-AD24-7A7A70DE8C8D}" dt="2025-10-01T21:02:18.206" v="114" actId="1076"/>
          <ac:picMkLst>
            <pc:docMk/>
            <pc:sldMk cId="3485170992" sldId="290"/>
            <ac:picMk id="4" creationId="{0713EFB6-CBD2-E41D-D363-56F243FFE095}"/>
          </ac:picMkLst>
        </pc:picChg>
      </pc:sldChg>
      <pc:sldChg chg="add">
        <pc:chgData name="Starschich, Eugen" userId="26490f84-3a52-4393-8e46-f0cdfb6c1e50" providerId="ADAL" clId="{9A9034F7-314C-4F75-AD24-7A7A70DE8C8D}" dt="2025-10-01T21:15:47.278" v="205"/>
        <pc:sldMkLst>
          <pc:docMk/>
          <pc:sldMk cId="3183152158" sldId="291"/>
        </pc:sldMkLst>
      </pc:sldChg>
      <pc:sldChg chg="addSp delSp modSp add mod">
        <pc:chgData name="Starschich, Eugen" userId="26490f84-3a52-4393-8e46-f0cdfb6c1e50" providerId="ADAL" clId="{9A9034F7-314C-4F75-AD24-7A7A70DE8C8D}" dt="2025-10-01T21:17:02.541" v="213" actId="1076"/>
        <pc:sldMkLst>
          <pc:docMk/>
          <pc:sldMk cId="3847721073" sldId="292"/>
        </pc:sldMkLst>
        <pc:spChg chg="add mod">
          <ac:chgData name="Starschich, Eugen" userId="26490f84-3a52-4393-8e46-f0cdfb6c1e50" providerId="ADAL" clId="{9A9034F7-314C-4F75-AD24-7A7A70DE8C8D}" dt="2025-10-01T21:16:59.358" v="212" actId="255"/>
          <ac:spMkLst>
            <pc:docMk/>
            <pc:sldMk cId="3847721073" sldId="292"/>
            <ac:spMk id="3" creationId="{112BD002-BBEB-3B47-DCF5-AD658852B93C}"/>
          </ac:spMkLst>
        </pc:spChg>
        <pc:spChg chg="del">
          <ac:chgData name="Starschich, Eugen" userId="26490f84-3a52-4393-8e46-f0cdfb6c1e50" providerId="ADAL" clId="{9A9034F7-314C-4F75-AD24-7A7A70DE8C8D}" dt="2025-10-01T21:16:14.761" v="209" actId="478"/>
          <ac:spMkLst>
            <pc:docMk/>
            <pc:sldMk cId="3847721073" sldId="292"/>
            <ac:spMk id="5" creationId="{AE33CA61-25CE-760F-B3C8-F32C7A4B0C17}"/>
          </ac:spMkLst>
        </pc:spChg>
        <pc:spChg chg="del">
          <ac:chgData name="Starschich, Eugen" userId="26490f84-3a52-4393-8e46-f0cdfb6c1e50" providerId="ADAL" clId="{9A9034F7-314C-4F75-AD24-7A7A70DE8C8D}" dt="2025-10-01T21:16:14.761" v="209" actId="478"/>
          <ac:spMkLst>
            <pc:docMk/>
            <pc:sldMk cId="3847721073" sldId="292"/>
            <ac:spMk id="7" creationId="{5F3D5C9C-A167-E024-722F-49382BE3236B}"/>
          </ac:spMkLst>
        </pc:spChg>
        <pc:spChg chg="add mod">
          <ac:chgData name="Starschich, Eugen" userId="26490f84-3a52-4393-8e46-f0cdfb6c1e50" providerId="ADAL" clId="{9A9034F7-314C-4F75-AD24-7A7A70DE8C8D}" dt="2025-10-01T21:16:24.401" v="210"/>
          <ac:spMkLst>
            <pc:docMk/>
            <pc:sldMk cId="3847721073" sldId="292"/>
            <ac:spMk id="10" creationId="{D718D736-FBFF-231F-5858-56D79F1AD4CA}"/>
          </ac:spMkLst>
        </pc:spChg>
        <pc:spChg chg="mod">
          <ac:chgData name="Starschich, Eugen" userId="26490f84-3a52-4393-8e46-f0cdfb6c1e50" providerId="ADAL" clId="{9A9034F7-314C-4F75-AD24-7A7A70DE8C8D}" dt="2025-10-01T21:16:09.687" v="208" actId="20577"/>
          <ac:spMkLst>
            <pc:docMk/>
            <pc:sldMk cId="3847721073" sldId="292"/>
            <ac:spMk id="70" creationId="{448F2041-77C3-2DAC-7E2C-E161060842F3}"/>
          </ac:spMkLst>
        </pc:spChg>
        <pc:graphicFrameChg chg="add mod">
          <ac:chgData name="Starschich, Eugen" userId="26490f84-3a52-4393-8e46-f0cdfb6c1e50" providerId="ADAL" clId="{9A9034F7-314C-4F75-AD24-7A7A70DE8C8D}" dt="2025-10-01T21:17:02.541" v="213" actId="1076"/>
          <ac:graphicFrameMkLst>
            <pc:docMk/>
            <pc:sldMk cId="3847721073" sldId="292"/>
            <ac:graphicFrameMk id="6" creationId="{76080C3C-2896-02BD-64C8-405B1E2C861E}"/>
          </ac:graphicFrameMkLst>
        </pc:graphicFrameChg>
        <pc:picChg chg="add mod">
          <ac:chgData name="Starschich, Eugen" userId="26490f84-3a52-4393-8e46-f0cdfb6c1e50" providerId="ADAL" clId="{9A9034F7-314C-4F75-AD24-7A7A70DE8C8D}" dt="2025-10-01T21:16:24.401" v="210"/>
          <ac:picMkLst>
            <pc:docMk/>
            <pc:sldMk cId="3847721073" sldId="292"/>
            <ac:picMk id="2" creationId="{D5B0B351-0088-3D49-580E-4CFF92F4715B}"/>
          </ac:picMkLst>
        </pc:picChg>
        <pc:picChg chg="del">
          <ac:chgData name="Starschich, Eugen" userId="26490f84-3a52-4393-8e46-f0cdfb6c1e50" providerId="ADAL" clId="{9A9034F7-314C-4F75-AD24-7A7A70DE8C8D}" dt="2025-10-01T21:16:14.761" v="209" actId="478"/>
          <ac:picMkLst>
            <pc:docMk/>
            <pc:sldMk cId="3847721073" sldId="292"/>
            <ac:picMk id="8" creationId="{89C0BFF1-26B0-55F5-3581-6CB49BD80A83}"/>
          </ac:picMkLst>
        </pc:picChg>
        <pc:picChg chg="del">
          <ac:chgData name="Starschich, Eugen" userId="26490f84-3a52-4393-8e46-f0cdfb6c1e50" providerId="ADAL" clId="{9A9034F7-314C-4F75-AD24-7A7A70DE8C8D}" dt="2025-10-01T21:16:14.761" v="209" actId="478"/>
          <ac:picMkLst>
            <pc:docMk/>
            <pc:sldMk cId="3847721073" sldId="292"/>
            <ac:picMk id="9" creationId="{BCD42ECF-B329-BF53-C41C-AD3675EB5C88}"/>
          </ac:picMkLst>
        </pc:picChg>
        <pc:cxnChg chg="add mod">
          <ac:chgData name="Starschich, Eugen" userId="26490f84-3a52-4393-8e46-f0cdfb6c1e50" providerId="ADAL" clId="{9A9034F7-314C-4F75-AD24-7A7A70DE8C8D}" dt="2025-10-01T21:16:24.401" v="210"/>
          <ac:cxnSpMkLst>
            <pc:docMk/>
            <pc:sldMk cId="3847721073" sldId="292"/>
            <ac:cxnSpMk id="4" creationId="{8D670402-F832-F008-C7B4-F11E19B0D5B1}"/>
          </ac:cxnSpMkLst>
        </pc:cxnChg>
      </pc:sldChg>
    </pc:docChg>
  </pc:docChgLst>
  <pc:docChgLst>
    <pc:chgData name="Starschich, Eugen" userId="26490f84-3a52-4393-8e46-f0cdfb6c1e50" providerId="ADAL" clId="{3FAF6998-572C-4A0D-B157-C645D518B3FF}"/>
    <pc:docChg chg="undo custSel addSld delSld modSld sldOrd modMainMaster">
      <pc:chgData name="Starschich, Eugen" userId="26490f84-3a52-4393-8e46-f0cdfb6c1e50" providerId="ADAL" clId="{3FAF6998-572C-4A0D-B157-C645D518B3FF}" dt="2025-03-28T05:02:18.372" v="2408" actId="1076"/>
      <pc:docMkLst>
        <pc:docMk/>
      </pc:docMkLst>
      <pc:sldChg chg="modSp mod">
        <pc:chgData name="Starschich, Eugen" userId="26490f84-3a52-4393-8e46-f0cdfb6c1e50" providerId="ADAL" clId="{3FAF6998-572C-4A0D-B157-C645D518B3FF}" dt="2025-03-27T22:55:56.646" v="20"/>
        <pc:sldMkLst>
          <pc:docMk/>
          <pc:sldMk cId="0" sldId="256"/>
        </pc:sldMkLst>
      </pc:sldChg>
      <pc:sldChg chg="addSp modSp mod">
        <pc:chgData name="Starschich, Eugen" userId="26490f84-3a52-4393-8e46-f0cdfb6c1e50" providerId="ADAL" clId="{3FAF6998-572C-4A0D-B157-C645D518B3FF}" dt="2025-03-27T23:18:17.420" v="159" actId="14100"/>
        <pc:sldMkLst>
          <pc:docMk/>
          <pc:sldMk cId="0" sldId="257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58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59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60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61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62"/>
        </pc:sldMkLst>
      </pc:sldChg>
      <pc:sldChg chg="addSp delSp modSp add mod">
        <pc:chgData name="Starschich, Eugen" userId="26490f84-3a52-4393-8e46-f0cdfb6c1e50" providerId="ADAL" clId="{3FAF6998-572C-4A0D-B157-C645D518B3FF}" dt="2025-03-27T23:56:39.396" v="736" actId="1038"/>
        <pc:sldMkLst>
          <pc:docMk/>
          <pc:sldMk cId="3484829612" sldId="263"/>
        </pc:sldMkLst>
      </pc:sldChg>
      <pc:sldChg chg="addSp delSp modSp add mod">
        <pc:chgData name="Starschich, Eugen" userId="26490f84-3a52-4393-8e46-f0cdfb6c1e50" providerId="ADAL" clId="{3FAF6998-572C-4A0D-B157-C645D518B3FF}" dt="2025-03-27T23:35:13.928" v="421" actId="113"/>
        <pc:sldMkLst>
          <pc:docMk/>
          <pc:sldMk cId="2553018149" sldId="264"/>
        </pc:sldMkLst>
      </pc:sldChg>
      <pc:sldChg chg="addSp delSp modSp add mod ord">
        <pc:chgData name="Starschich, Eugen" userId="26490f84-3a52-4393-8e46-f0cdfb6c1e50" providerId="ADAL" clId="{3FAF6998-572C-4A0D-B157-C645D518B3FF}" dt="2025-03-27T23:55:16.898" v="641" actId="1076"/>
        <pc:sldMkLst>
          <pc:docMk/>
          <pc:sldMk cId="766552979" sldId="265"/>
        </pc:sldMkLst>
      </pc:sldChg>
      <pc:sldChg chg="addSp delSp modSp add mod">
        <pc:chgData name="Starschich, Eugen" userId="26490f84-3a52-4393-8e46-f0cdfb6c1e50" providerId="ADAL" clId="{3FAF6998-572C-4A0D-B157-C645D518B3FF}" dt="2025-03-28T00:01:39.011" v="1105" actId="20577"/>
        <pc:sldMkLst>
          <pc:docMk/>
          <pc:sldMk cId="4051034225" sldId="266"/>
        </pc:sldMkLst>
      </pc:sldChg>
      <pc:sldChg chg="addSp delSp modSp add mod">
        <pc:chgData name="Starschich, Eugen" userId="26490f84-3a52-4393-8e46-f0cdfb6c1e50" providerId="ADAL" clId="{3FAF6998-572C-4A0D-B157-C645D518B3FF}" dt="2025-03-28T03:03:21.150" v="1313" actId="27636"/>
        <pc:sldMkLst>
          <pc:docMk/>
          <pc:sldMk cId="1319213325" sldId="267"/>
        </pc:sldMkLst>
      </pc:sldChg>
      <pc:sldChg chg="addSp delSp modSp add mod">
        <pc:chgData name="Starschich, Eugen" userId="26490f84-3a52-4393-8e46-f0cdfb6c1e50" providerId="ADAL" clId="{3FAF6998-572C-4A0D-B157-C645D518B3FF}" dt="2025-03-28T03:05:21.061" v="1471" actId="20577"/>
        <pc:sldMkLst>
          <pc:docMk/>
          <pc:sldMk cId="2018364373" sldId="268"/>
        </pc:sldMkLst>
      </pc:sldChg>
      <pc:sldChg chg="addSp delSp modSp add mod">
        <pc:chgData name="Starschich, Eugen" userId="26490f84-3a52-4393-8e46-f0cdfb6c1e50" providerId="ADAL" clId="{3FAF6998-572C-4A0D-B157-C645D518B3FF}" dt="2025-03-28T03:22:18.015" v="1493" actId="1076"/>
        <pc:sldMkLst>
          <pc:docMk/>
          <pc:sldMk cId="2076223451" sldId="269"/>
        </pc:sldMkLst>
      </pc:sldChg>
      <pc:sldChg chg="addSp delSp modSp add mod">
        <pc:chgData name="Starschich, Eugen" userId="26490f84-3a52-4393-8e46-f0cdfb6c1e50" providerId="ADAL" clId="{3FAF6998-572C-4A0D-B157-C645D518B3FF}" dt="2025-03-28T03:26:12.817" v="1535" actId="1076"/>
        <pc:sldMkLst>
          <pc:docMk/>
          <pc:sldMk cId="2958086802" sldId="270"/>
        </pc:sldMkLst>
      </pc:sldChg>
      <pc:sldChg chg="addSp delSp modSp add mod">
        <pc:chgData name="Starschich, Eugen" userId="26490f84-3a52-4393-8e46-f0cdfb6c1e50" providerId="ADAL" clId="{3FAF6998-572C-4A0D-B157-C645D518B3FF}" dt="2025-03-28T03:30:26.298" v="1620" actId="1035"/>
        <pc:sldMkLst>
          <pc:docMk/>
          <pc:sldMk cId="1445034717" sldId="271"/>
        </pc:sldMkLst>
      </pc:sldChg>
      <pc:sldChg chg="addSp delSp modSp add mod">
        <pc:chgData name="Starschich, Eugen" userId="26490f84-3a52-4393-8e46-f0cdfb6c1e50" providerId="ADAL" clId="{3FAF6998-572C-4A0D-B157-C645D518B3FF}" dt="2025-03-28T03:31:14.727" v="1648" actId="1076"/>
        <pc:sldMkLst>
          <pc:docMk/>
          <pc:sldMk cId="4263109236" sldId="272"/>
        </pc:sldMkLst>
      </pc:sldChg>
      <pc:sldChg chg="addSp delSp modSp add mod ord">
        <pc:chgData name="Starschich, Eugen" userId="26490f84-3a52-4393-8e46-f0cdfb6c1e50" providerId="ADAL" clId="{3FAF6998-572C-4A0D-B157-C645D518B3FF}" dt="2025-03-28T03:36:30.531" v="1854" actId="20577"/>
        <pc:sldMkLst>
          <pc:docMk/>
          <pc:sldMk cId="853819414" sldId="273"/>
        </pc:sldMkLst>
      </pc:sldChg>
      <pc:sldChg chg="addSp delSp modSp add mod">
        <pc:chgData name="Starschich, Eugen" userId="26490f84-3a52-4393-8e46-f0cdfb6c1e50" providerId="ADAL" clId="{3FAF6998-572C-4A0D-B157-C645D518B3FF}" dt="2025-03-28T03:42:40.414" v="1891" actId="1076"/>
        <pc:sldMkLst>
          <pc:docMk/>
          <pc:sldMk cId="3096501966" sldId="274"/>
        </pc:sldMkLst>
      </pc:sldChg>
      <pc:sldChg chg="addSp modSp new mod ord">
        <pc:chgData name="Starschich, Eugen" userId="26490f84-3a52-4393-8e46-f0cdfb6c1e50" providerId="ADAL" clId="{3FAF6998-572C-4A0D-B157-C645D518B3FF}" dt="2025-03-28T03:45:29.412" v="1924"/>
        <pc:sldMkLst>
          <pc:docMk/>
          <pc:sldMk cId="4153037725" sldId="275"/>
        </pc:sldMkLst>
      </pc:sldChg>
      <pc:sldChg chg="addSp delSp modSp add mod">
        <pc:chgData name="Starschich, Eugen" userId="26490f84-3a52-4393-8e46-f0cdfb6c1e50" providerId="ADAL" clId="{3FAF6998-572C-4A0D-B157-C645D518B3FF}" dt="2025-03-28T03:48:07.028" v="1948" actId="20577"/>
        <pc:sldMkLst>
          <pc:docMk/>
          <pc:sldMk cId="805514049" sldId="276"/>
        </pc:sldMkLst>
      </pc:sldChg>
      <pc:sldChg chg="addSp delSp modSp add mod">
        <pc:chgData name="Starschich, Eugen" userId="26490f84-3a52-4393-8e46-f0cdfb6c1e50" providerId="ADAL" clId="{3FAF6998-572C-4A0D-B157-C645D518B3FF}" dt="2025-03-28T03:51:33.786" v="1959"/>
        <pc:sldMkLst>
          <pc:docMk/>
          <pc:sldMk cId="3591809553" sldId="277"/>
        </pc:sldMkLst>
      </pc:sldChg>
      <pc:sldChg chg="delSp add del mod">
        <pc:chgData name="Starschich, Eugen" userId="26490f84-3a52-4393-8e46-f0cdfb6c1e50" providerId="ADAL" clId="{3FAF6998-572C-4A0D-B157-C645D518B3FF}" dt="2025-03-28T03:54:13.771" v="1999" actId="47"/>
        <pc:sldMkLst>
          <pc:docMk/>
          <pc:sldMk cId="4123278940" sldId="278"/>
        </pc:sldMkLst>
      </pc:sldChg>
      <pc:sldChg chg="addSp delSp modSp add mod">
        <pc:chgData name="Starschich, Eugen" userId="26490f84-3a52-4393-8e46-f0cdfb6c1e50" providerId="ADAL" clId="{3FAF6998-572C-4A0D-B157-C645D518B3FF}" dt="2025-03-28T03:54:04.768" v="1998" actId="1076"/>
        <pc:sldMkLst>
          <pc:docMk/>
          <pc:sldMk cId="4029490452" sldId="279"/>
        </pc:sldMkLst>
      </pc:sldChg>
      <pc:sldChg chg="addSp delSp modSp add mod">
        <pc:chgData name="Starschich, Eugen" userId="26490f84-3a52-4393-8e46-f0cdfb6c1e50" providerId="ADAL" clId="{3FAF6998-572C-4A0D-B157-C645D518B3FF}" dt="2025-03-28T04:11:49.832" v="2273" actId="1076"/>
        <pc:sldMkLst>
          <pc:docMk/>
          <pc:sldMk cId="3468657621" sldId="280"/>
        </pc:sldMkLst>
      </pc:sldChg>
      <pc:sldChg chg="addSp delSp modSp add mod">
        <pc:chgData name="Starschich, Eugen" userId="26490f84-3a52-4393-8e46-f0cdfb6c1e50" providerId="ADAL" clId="{3FAF6998-572C-4A0D-B157-C645D518B3FF}" dt="2025-03-28T04:13:24.956" v="2290" actId="113"/>
        <pc:sldMkLst>
          <pc:docMk/>
          <pc:sldMk cId="2806519172" sldId="281"/>
        </pc:sldMkLst>
      </pc:sldChg>
      <pc:sldChg chg="addSp delSp modSp add mod">
        <pc:chgData name="Starschich, Eugen" userId="26490f84-3a52-4393-8e46-f0cdfb6c1e50" providerId="ADAL" clId="{3FAF6998-572C-4A0D-B157-C645D518B3FF}" dt="2025-03-28T04:15:05.619" v="2307" actId="122"/>
        <pc:sldMkLst>
          <pc:docMk/>
          <pc:sldMk cId="2738136966" sldId="282"/>
        </pc:sldMkLst>
      </pc:sldChg>
      <pc:sldChg chg="addSp modSp new mod">
        <pc:chgData name="Starschich, Eugen" userId="26490f84-3a52-4393-8e46-f0cdfb6c1e50" providerId="ADAL" clId="{3FAF6998-572C-4A0D-B157-C645D518B3FF}" dt="2025-03-28T04:18:46.708" v="2353" actId="20577"/>
        <pc:sldMkLst>
          <pc:docMk/>
          <pc:sldMk cId="2943890721" sldId="283"/>
        </pc:sldMkLst>
      </pc:sldChg>
      <pc:sldChg chg="addSp delSp modSp new mod">
        <pc:chgData name="Starschich, Eugen" userId="26490f84-3a52-4393-8e46-f0cdfb6c1e50" providerId="ADAL" clId="{3FAF6998-572C-4A0D-B157-C645D518B3FF}" dt="2025-03-28T05:02:18.372" v="2408" actId="1076"/>
        <pc:sldMkLst>
          <pc:docMk/>
          <pc:sldMk cId="1247094071" sldId="284"/>
        </pc:sldMkLst>
      </pc:sldChg>
      <pc:sldChg chg="addSp delSp modSp add mod">
        <pc:chgData name="Starschich, Eugen" userId="26490f84-3a52-4393-8e46-f0cdfb6c1e50" providerId="ADAL" clId="{3FAF6998-572C-4A0D-B157-C645D518B3FF}" dt="2025-03-28T04:58:14.925" v="2396" actId="1076"/>
        <pc:sldMkLst>
          <pc:docMk/>
          <pc:sldMk cId="279326134" sldId="285"/>
        </pc:sldMkLst>
      </pc:sldChg>
      <pc:sldMasterChg chg="modSp mod">
        <pc:chgData name="Starschich, Eugen" userId="26490f84-3a52-4393-8e46-f0cdfb6c1e50" providerId="ADAL" clId="{3FAF6998-572C-4A0D-B157-C645D518B3FF}" dt="2025-03-27T22:55:18.623" v="6" actId="2057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93575F2-8250-7A2F-271E-2354CE35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D5A9499F-5E0C-E7C8-77BD-1B06CCC52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BE680B88-89DA-9D55-7046-2D5FD7EE45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6804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8E5F9D4-168A-AB0A-4620-09677B08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17D92F9-7AAC-50FC-0C70-8F76C32DF2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DDE99481-E014-9BAA-D241-79316F501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9698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DB612A7F-EE99-C1B4-AEE6-3A8A4034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2BDEC6DD-5634-2008-F11E-FA24AEE00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3FD696D1-A6DF-CA9C-02E5-EB0248C85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8522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2C66E7F-F01E-51CC-FFD4-834AEB15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450AE90-D618-1143-5DA6-C34F7EF79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4FFE3E07-1231-5CDA-C003-746C28E8D2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3993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D53CE89-BF3F-8D42-EBC5-AA12B358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F0FE4838-98C1-E460-2106-430CB6DDE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47802C1-C87B-ED37-A841-D3FEDF811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0177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E1E2123D-3FA7-9B43-7AEB-E9C06EF67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EE0C2A2E-99AE-CD2B-C5A6-72A65C5B2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AA39E42-8D44-5F02-C91F-B9E9BA0CD8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9787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DEF8BED5-F63C-5E6B-9BCD-AD30AB1C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A6ABF10-03E9-DCEF-5D64-C7744197C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FA1F1B8-DFE2-CC4C-F3D8-3D4CD3973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8690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BC14962-3F40-CB23-15CA-5B379622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77D5D835-27BE-6120-34E5-D6A639F09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CBAF073-DBF8-95D5-F1FD-FB4217C705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0310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CC01C525-3C74-C280-1C6C-63DCD16B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AE4836D-D043-7E21-FE53-89424F77E8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9FD24ECC-AF1D-5DB6-35E9-DD132A205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8015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C6F58CA-3C31-BAB5-6258-F5A04C0C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509BD74-5440-78BE-028E-DEB4B1A71E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C71543D2-C509-9795-2B9A-E1274C98C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9193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E11EFA64-C9C0-F26B-F15F-17075431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3423E660-07C1-24ED-A027-4D7EB5FC2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E6BE2154-0FB6-FAB2-A422-7C00C9138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3633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5ED73CE3-ED67-01B7-E494-5EB03A51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28ED50D-D64F-B7F6-B0B7-9AFA3903E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58B8AB5-56D8-9168-C7B0-145A1CAF0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8245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7535DF94-0410-0BEF-B30E-70C8BEE89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6A58AC2-35D7-4D58-443F-67F2DDDC00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3D6A2F8-1D0B-EEFC-631A-637583298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0933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7158612D-0C6E-EBF9-57CA-E56D504B9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DB756760-AE05-35AB-60E0-2583190B6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A5D81E4-ACC6-9FB0-3546-9496F7B43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02103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16FFF2B8-886E-EF1F-5749-C838D488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A232701B-614C-F11B-3BC6-E42A8F462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7E36EF0-969C-DAB1-28A5-19AF8B7FC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4830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152530AA-67CB-2E96-BF5D-A506F0F85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F212982-0FA5-658D-7638-8037C64EC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F897BA27-BEDF-2B26-BBD0-1E0221791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50837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C15A53D-E941-DEDA-A30D-18648A14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7A780217-5666-D950-B76B-63B3A04C2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6B7EE6F-5ED1-85A9-07F6-175375804B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1383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AE6EC71D-24B3-F176-1BD0-CC0234FD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3FC20460-D9D6-1344-FF62-729D37A9D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B49542AC-F827-B1AC-28B8-4DC394730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91350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F9763B5F-B08A-A6AB-0796-A577CDE2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057C6FD-3AA9-5DA8-F1A0-5150B02CAD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17E9CF40-D697-552A-D0E4-33A9D1A70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6414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FB713D19-8AC9-43DB-79DB-D90CD0AF7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27A5B4CA-7C60-DAAA-0B8F-C16300B8C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ECA7911D-00D8-CA7C-5215-4291519B8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0922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1B83E4F8-C117-CB01-CC19-06F00411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912D075-0C90-F557-4ADC-6E268D704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285AEA68-8C50-5CAF-C438-7BB9D2B3C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950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F6D02DF-6B26-E7EB-EEB3-15B502B3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A2D6C9DF-5D6D-1A9D-CC05-E3593B9CF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6FD8562-255E-0DFA-7C0C-5B07AA922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62724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190BE9C7-3872-409F-8D60-2962C967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A957768-CAC9-0A7A-5EAB-13DBBD1AB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E36E44AF-DA91-DC63-50AC-969A25486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629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Example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8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8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23" name="Google Shape;23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8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" name="Google Shape;25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26;p8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</a:t>
            </a:r>
            <a:r>
              <a:rPr lang="en-DE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ECE 652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7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12" name="Google Shape;12;p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7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7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image" Target="../media/image2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emf"/><Relationship Id="rId4" Type="http://schemas.openxmlformats.org/officeDocument/2006/relationships/image" Target="../media/image3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oleObject" Target="../embeddings/oleObject4.bin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43.svg"/><Relationship Id="rId4" Type="http://schemas.openxmlformats.org/officeDocument/2006/relationships/image" Target="../media/image38.wmf"/><Relationship Id="rId9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5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DE" dirty="0"/>
              <a:t>Module 04</a:t>
            </a:r>
            <a:endParaRPr dirty="0"/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MMC Converter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5AF690F-E708-3654-4BE8-BE05D370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5FF85909-2ABE-9947-19FD-B33C2D65E357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Multilevel Converter (MMC)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BE191565-5C77-200E-A2C2-5CBA36C01592}"/>
              </a:ext>
            </a:extLst>
          </p:cNvPr>
          <p:cNvSpPr txBox="1"/>
          <p:nvPr/>
        </p:nvSpPr>
        <p:spPr>
          <a:xfrm>
            <a:off x="115900" y="1814607"/>
            <a:ext cx="6605590" cy="23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nergy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storage 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are distributed Submodules (SM)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No series connection of IGBTs 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Wingdings" panose="05000000000000000000" pitchFamily="2" charset="2"/>
              </a:rPr>
              <a:t> IGBTs are not switched at the same time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Wingdings" panose="05000000000000000000" pitchFamily="2" charset="2"/>
              </a:rPr>
              <a:t>Reduced switching impulses</a:t>
            </a:r>
            <a:endParaRPr lang="en-US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rafik 53">
            <a:extLst>
              <a:ext uri="{FF2B5EF4-FFF2-40B4-BE49-F238E27FC236}">
                <a16:creationId xmlns:a16="http://schemas.microsoft.com/office/drawing/2014/main" id="{216AA604-438E-088B-24D0-3774D2EAE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570" y="1183560"/>
            <a:ext cx="3801287" cy="52929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39364E-AF1D-C755-05CC-E609E032662C}"/>
              </a:ext>
            </a:extLst>
          </p:cNvPr>
          <p:cNvSpPr/>
          <p:nvPr/>
        </p:nvSpPr>
        <p:spPr>
          <a:xfrm>
            <a:off x="6922000" y="1252425"/>
            <a:ext cx="557879" cy="615378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3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6D5C0BD-713F-E19A-10A2-7F7F684A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2D06EEC-E6F9-BB6D-9A90-34DA1D047E7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Multilevel Converter (MMC)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BB739C4D-3907-8E4B-9144-CC641B4348DC}"/>
              </a:ext>
            </a:extLst>
          </p:cNvPr>
          <p:cNvSpPr txBox="1"/>
          <p:nvPr/>
        </p:nvSpPr>
        <p:spPr>
          <a:xfrm>
            <a:off x="115900" y="1814608"/>
            <a:ext cx="6475581" cy="2776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fr-FR" dirty="0">
                <a:sym typeface="Calibri"/>
              </a:rPr>
              <a:t>V</a:t>
            </a:r>
            <a:r>
              <a:rPr lang="en-DE" dirty="0" err="1">
                <a:sym typeface="Calibri"/>
              </a:rPr>
              <a:t>oltage</a:t>
            </a:r>
            <a:r>
              <a:rPr lang="en-DE" dirty="0">
                <a:sym typeface="Calibri"/>
              </a:rPr>
              <a:t> creation by switching on and off the capacitors</a:t>
            </a:r>
          </a:p>
          <a:p>
            <a:endParaRPr lang="en-DE" dirty="0">
              <a:sym typeface="Calibri"/>
            </a:endParaRPr>
          </a:p>
          <a:p>
            <a:r>
              <a:rPr lang="en-DE" dirty="0">
                <a:sym typeface="Calibri"/>
              </a:rPr>
              <a:t>Assuming the voltage steps are small enough, any voltage shape can be created</a:t>
            </a:r>
          </a:p>
          <a:p>
            <a:endParaRPr lang="en-DE" dirty="0">
              <a:sym typeface="Calibri"/>
            </a:endParaRPr>
          </a:p>
          <a:p>
            <a:r>
              <a:rPr lang="en-US" dirty="0"/>
              <a:t>With the 3.3 kV IGBT, a capacitor voltage of ~ 2kV can be assumed</a:t>
            </a:r>
          </a:p>
          <a:p>
            <a:endParaRPr lang="en-DE" dirty="0">
              <a:sym typeface="Wingdings" panose="05000000000000000000" pitchFamily="2" charset="2"/>
            </a:endParaRPr>
          </a:p>
          <a:p>
            <a:endParaRPr lang="en-DE" dirty="0">
              <a:sym typeface="Wingdings" panose="05000000000000000000" pitchFamily="2" charset="2"/>
            </a:endParaRPr>
          </a:p>
          <a:p>
            <a:endParaRPr dirty="0">
              <a:sym typeface="Calibri"/>
            </a:endParaRPr>
          </a:p>
          <a:p>
            <a:endParaRPr dirty="0">
              <a:sym typeface="Calibri"/>
            </a:endParaRPr>
          </a:p>
          <a:p>
            <a:endParaRPr dirty="0">
              <a:sym typeface="Calibri"/>
            </a:endParaRPr>
          </a:p>
          <a:p>
            <a:endParaRPr dirty="0">
              <a:sym typeface="Calibri"/>
            </a:endParaRPr>
          </a:p>
          <a:p>
            <a:endParaRPr dirty="0">
              <a:sym typeface="Calibri"/>
            </a:endParaRPr>
          </a:p>
          <a:p>
            <a:endParaRPr dirty="0"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3AD3E-671A-26E8-10E5-F4B3BC4A5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943" y="1090877"/>
            <a:ext cx="1748221" cy="54452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CF38FF-2A94-DC38-57A3-15C449D77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71" y="5078479"/>
            <a:ext cx="3084549" cy="9537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EA3713-8EA4-1366-AD88-867793FD3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093" y="5078479"/>
            <a:ext cx="2881618" cy="95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13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C985EDB-6DA9-FD77-0025-B5753326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AF09DE38-6068-838B-5B46-C7DEA94EC6F3}"/>
              </a:ext>
            </a:extLst>
          </p:cNvPr>
          <p:cNvSpPr txBox="1"/>
          <p:nvPr/>
        </p:nvSpPr>
        <p:spPr>
          <a:xfrm>
            <a:off x="214155" y="4387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US" sz="3200" dirty="0">
                <a:solidFill>
                  <a:schemeClr val="dk1"/>
                </a:solidFill>
                <a:latin typeface="Calibri"/>
                <a:cs typeface="Calibri"/>
              </a:rPr>
              <a:t>Controllable Voltage Source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EF5805F0-4FA3-A42C-D694-A8C3F49400C0}"/>
              </a:ext>
            </a:extLst>
          </p:cNvPr>
          <p:cNvSpPr txBox="1"/>
          <p:nvPr/>
        </p:nvSpPr>
        <p:spPr>
          <a:xfrm>
            <a:off x="123163" y="1881188"/>
            <a:ext cx="5067300" cy="435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Voltage converter consists of six controllable </a:t>
            </a:r>
            <a:br>
              <a:rPr lang="en-US" dirty="0"/>
            </a:br>
            <a:r>
              <a:rPr lang="en-US" dirty="0"/>
              <a:t>voltage sources</a:t>
            </a:r>
          </a:p>
          <a:p>
            <a:endParaRPr lang="en-US" dirty="0"/>
          </a:p>
          <a:p>
            <a:r>
              <a:rPr lang="en-US" dirty="0"/>
              <a:t>Voltage sources can be controlled independently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1C466A-3CA4-183A-6EEF-9A00081E8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531" y="1592733"/>
            <a:ext cx="4743863" cy="464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6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4F27899-2B09-D3F7-7527-39513073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9648E59-F802-4DED-5813-7AFEF387D27D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0000"/>
              </a:lnSpc>
              <a:buClr>
                <a:schemeClr val="dk1"/>
              </a:buClr>
              <a:buSzPts val="3459"/>
            </a:pPr>
            <a:r>
              <a:rPr lang="en-US" sz="3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Converter Terminology</a:t>
            </a:r>
            <a:br>
              <a:rPr lang="en-US" sz="3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n-US" sz="3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IEC 62747:2014</a:t>
            </a:r>
            <a:endParaRPr sz="3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pic>
        <p:nvPicPr>
          <p:cNvPr id="3" name="Picture 2" descr="An image of a converter with terminology according to IEC 62747. ">
            <a:extLst>
              <a:ext uri="{FF2B5EF4-FFF2-40B4-BE49-F238E27FC236}">
                <a16:creationId xmlns:a16="http://schemas.microsoft.com/office/drawing/2014/main" id="{A098845B-91CF-B413-920B-0AF13B527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003" y="922134"/>
            <a:ext cx="4262588" cy="3157886"/>
          </a:xfrm>
          <a:prstGeom prst="rect">
            <a:avLst/>
          </a:prstGeom>
        </p:spPr>
      </p:pic>
      <p:pic>
        <p:nvPicPr>
          <p:cNvPr id="4" name="Picture 3" descr="The image of a VSC unit using switch type valves. ">
            <a:extLst>
              <a:ext uri="{FF2B5EF4-FFF2-40B4-BE49-F238E27FC236}">
                <a16:creationId xmlns:a16="http://schemas.microsoft.com/office/drawing/2014/main" id="{D15CAB97-2769-47A1-AA37-CB45127BE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817" y="5785364"/>
            <a:ext cx="3397425" cy="768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40E372-BFA8-8F4C-7C33-25E51D05D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708" y="5785364"/>
            <a:ext cx="3337721" cy="744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07650C-5C91-87B9-CE48-00CC309A390E}"/>
              </a:ext>
            </a:extLst>
          </p:cNvPr>
          <p:cNvSpPr txBox="1"/>
          <p:nvPr/>
        </p:nvSpPr>
        <p:spPr>
          <a:xfrm>
            <a:off x="1302817" y="6523426"/>
            <a:ext cx="33974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200" dirty="0"/>
              <a:t>2- and 3-Level converter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6EE2C5-1A2E-BE84-073B-DFF75C950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788" y="4470413"/>
            <a:ext cx="3321095" cy="7357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6A2F37-0C1E-1AF8-62A9-2B5C10AEBA85}"/>
              </a:ext>
            </a:extLst>
          </p:cNvPr>
          <p:cNvSpPr txBox="1"/>
          <p:nvPr/>
        </p:nvSpPr>
        <p:spPr>
          <a:xfrm>
            <a:off x="7960708" y="6507097"/>
            <a:ext cx="33377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200" dirty="0"/>
              <a:t>MMC converter</a:t>
            </a:r>
            <a:endParaRPr lang="en-US" sz="1200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C44C8DD-A0D8-8793-D678-FCB5CD82C201}"/>
              </a:ext>
            </a:extLst>
          </p:cNvPr>
          <p:cNvSpPr/>
          <p:nvPr/>
        </p:nvSpPr>
        <p:spPr>
          <a:xfrm rot="3530643">
            <a:off x="3977499" y="4996581"/>
            <a:ext cx="109076" cy="9781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DF7F66E-7D16-4D08-3CCF-0AB74FBD83F5}"/>
              </a:ext>
            </a:extLst>
          </p:cNvPr>
          <p:cNvSpPr/>
          <p:nvPr/>
        </p:nvSpPr>
        <p:spPr>
          <a:xfrm rot="18069357" flipH="1">
            <a:off x="8192094" y="4996580"/>
            <a:ext cx="109076" cy="9781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99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E9F5419-50A4-5E43-45A7-4A88F5EC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5921E61-F84F-1582-5D2E-D15E357C2B56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MMC – Voltage Creation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53FE0C-441E-1DB0-2C71-6862BBCA4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7" y="1985819"/>
            <a:ext cx="3029755" cy="2964059"/>
          </a:xfrm>
          <a:prstGeom prst="rect">
            <a:avLst/>
          </a:prstGeom>
        </p:spPr>
      </p:pic>
      <p:sp>
        <p:nvSpPr>
          <p:cNvPr id="9" name="Copy">
            <a:extLst>
              <a:ext uri="{FF2B5EF4-FFF2-40B4-BE49-F238E27FC236}">
                <a16:creationId xmlns:a16="http://schemas.microsoft.com/office/drawing/2014/main" id="{35149B9C-D78C-7E2E-664A-962F0F2544DD}"/>
              </a:ext>
            </a:extLst>
          </p:cNvPr>
          <p:cNvSpPr txBox="1">
            <a:spLocks/>
          </p:cNvSpPr>
          <p:nvPr/>
        </p:nvSpPr>
        <p:spPr>
          <a:xfrm>
            <a:off x="3261935" y="1839973"/>
            <a:ext cx="881591" cy="2916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n-DE" sz="1400" dirty="0">
                <a:solidFill>
                  <a:srgbClr val="FF0000"/>
                </a:solidFill>
              </a:rPr>
              <a:t>+ 4kV</a:t>
            </a:r>
          </a:p>
          <a:p>
            <a:pPr marL="267675" lvl="1" indent="-268288" defTabSz="987425">
              <a:buFont typeface="Wingdings" panose="05000000000000000000" pitchFamily="2" charset="2"/>
              <a:buChar char="Ø"/>
            </a:pPr>
            <a:endParaRPr lang="en-DE" sz="1400" dirty="0">
              <a:solidFill>
                <a:srgbClr val="FF0000"/>
              </a:solidFill>
            </a:endParaRP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sz="1400" dirty="0">
              <a:solidFill>
                <a:srgbClr val="FF0000"/>
              </a:solidFill>
            </a:endParaRPr>
          </a:p>
          <a:p>
            <a:pPr lvl="1"/>
            <a:endParaRPr lang="en-DE" sz="1400" b="1" dirty="0">
              <a:solidFill>
                <a:srgbClr val="FF0000"/>
              </a:solidFill>
            </a:endParaRPr>
          </a:p>
          <a:p>
            <a:pPr marL="0" lvl="1" indent="0">
              <a:buFont typeface="Arial" panose="020B0604020202020204" pitchFamily="34" charset="0"/>
              <a:buNone/>
            </a:pPr>
            <a:endParaRPr lang="en-DE" sz="1400" b="1" dirty="0">
              <a:solidFill>
                <a:srgbClr val="FF0000"/>
              </a:solidFill>
            </a:endParaRPr>
          </a:p>
          <a:p>
            <a:pPr lvl="1"/>
            <a:endParaRPr lang="en-US" sz="1400" dirty="0">
              <a:solidFill>
                <a:srgbClr val="FF0000"/>
              </a:solidFill>
            </a:endParaRPr>
          </a:p>
          <a:p>
            <a:pPr marL="360000" lvl="3" indent="0">
              <a:buFont typeface="Arial" panose="020B0604020202020204" pitchFamily="34" charset="0"/>
              <a:buNone/>
            </a:pPr>
            <a:endParaRPr lang="en-DE" sz="1400" dirty="0">
              <a:solidFill>
                <a:srgbClr val="FF0000"/>
              </a:solidFill>
            </a:endParaRPr>
          </a:p>
          <a:p>
            <a:pPr lvl="1"/>
            <a:endParaRPr lang="en-DE" sz="1400" dirty="0">
              <a:solidFill>
                <a:srgbClr val="FF0000"/>
              </a:solidFill>
            </a:endParaRPr>
          </a:p>
          <a:p>
            <a:pPr lvl="1"/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Copy">
            <a:extLst>
              <a:ext uri="{FF2B5EF4-FFF2-40B4-BE49-F238E27FC236}">
                <a16:creationId xmlns:a16="http://schemas.microsoft.com/office/drawing/2014/main" id="{9A05F4DC-ABD8-0948-DAD5-7751B0F66FB6}"/>
              </a:ext>
            </a:extLst>
          </p:cNvPr>
          <p:cNvSpPr txBox="1">
            <a:spLocks/>
          </p:cNvSpPr>
          <p:nvPr/>
        </p:nvSpPr>
        <p:spPr>
          <a:xfrm>
            <a:off x="3207832" y="4804032"/>
            <a:ext cx="881591" cy="2916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n-DE" sz="1400" dirty="0">
                <a:solidFill>
                  <a:srgbClr val="FF0000"/>
                </a:solidFill>
              </a:rPr>
              <a:t>- 4kV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sz="1400" dirty="0">
              <a:solidFill>
                <a:srgbClr val="FF0000"/>
              </a:solidFill>
            </a:endParaRPr>
          </a:p>
          <a:p>
            <a:pPr lvl="1"/>
            <a:endParaRPr lang="en-DE" sz="1400" b="1" dirty="0">
              <a:solidFill>
                <a:srgbClr val="FF0000"/>
              </a:solidFill>
            </a:endParaRPr>
          </a:p>
          <a:p>
            <a:pPr marL="0" lvl="1" indent="0">
              <a:buFont typeface="Arial" panose="020B0604020202020204" pitchFamily="34" charset="0"/>
              <a:buNone/>
            </a:pPr>
            <a:endParaRPr lang="en-DE" sz="1400" b="1" dirty="0">
              <a:solidFill>
                <a:srgbClr val="FF0000"/>
              </a:solidFill>
            </a:endParaRPr>
          </a:p>
          <a:p>
            <a:pPr lvl="1"/>
            <a:endParaRPr lang="en-US" sz="1400" dirty="0">
              <a:solidFill>
                <a:srgbClr val="FF0000"/>
              </a:solidFill>
            </a:endParaRP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sz="1400" dirty="0">
              <a:solidFill>
                <a:srgbClr val="FF0000"/>
              </a:solidFill>
            </a:endParaRPr>
          </a:p>
          <a:p>
            <a:pPr marL="360000" lvl="3" indent="0">
              <a:buFont typeface="Arial" panose="020B0604020202020204" pitchFamily="34" charset="0"/>
              <a:buNone/>
            </a:pPr>
            <a:endParaRPr lang="en-DE" sz="1400" dirty="0">
              <a:solidFill>
                <a:srgbClr val="FF0000"/>
              </a:solidFill>
            </a:endParaRPr>
          </a:p>
          <a:p>
            <a:pPr lvl="1"/>
            <a:endParaRPr lang="en-DE" sz="1400" dirty="0">
              <a:solidFill>
                <a:srgbClr val="FF0000"/>
              </a:solidFill>
            </a:endParaRPr>
          </a:p>
          <a:p>
            <a:pPr lvl="1"/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1" name="Copy">
            <a:extLst>
              <a:ext uri="{FF2B5EF4-FFF2-40B4-BE49-F238E27FC236}">
                <a16:creationId xmlns:a16="http://schemas.microsoft.com/office/drawing/2014/main" id="{15A0871C-87DE-E6D3-3697-9203FC9F8998}"/>
              </a:ext>
            </a:extLst>
          </p:cNvPr>
          <p:cNvSpPr txBox="1">
            <a:spLocks/>
          </p:cNvSpPr>
          <p:nvPr/>
        </p:nvSpPr>
        <p:spPr>
          <a:xfrm>
            <a:off x="178077" y="5542199"/>
            <a:ext cx="3792005" cy="3308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/>
              <a:t>Assumption: </a:t>
            </a:r>
            <a:r>
              <a:rPr lang="en-DE" dirty="0" err="1"/>
              <a:t>U</a:t>
            </a:r>
            <a:r>
              <a:rPr lang="en-DE" baseline="-25000" dirty="0" err="1"/>
              <a:t>cap</a:t>
            </a:r>
            <a:r>
              <a:rPr lang="en-DE" dirty="0"/>
              <a:t> = 2kV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lvl="1"/>
            <a:endParaRPr lang="en-DE" b="1" dirty="0"/>
          </a:p>
          <a:p>
            <a:pPr marL="0" lvl="1" indent="0">
              <a:buFont typeface="Arial" panose="020B0604020202020204" pitchFamily="34" charset="0"/>
              <a:buNone/>
            </a:pPr>
            <a:endParaRPr lang="en-DE" b="1" dirty="0"/>
          </a:p>
          <a:p>
            <a:pPr lvl="1"/>
            <a:endParaRPr lang="en-US" dirty="0"/>
          </a:p>
          <a:p>
            <a:pPr marL="360000" lvl="3" indent="0">
              <a:buFont typeface="Arial" panose="020B0604020202020204" pitchFamily="34" charset="0"/>
              <a:buNone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3CA0E4-08D6-EF19-AB8F-4BA1717C8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874" y="841217"/>
            <a:ext cx="1467500" cy="4570903"/>
          </a:xfrm>
          <a:prstGeom prst="rect">
            <a:avLst/>
          </a:prstGeom>
        </p:spPr>
      </p:pic>
      <p:sp>
        <p:nvSpPr>
          <p:cNvPr id="13" name="Copy">
            <a:extLst>
              <a:ext uri="{FF2B5EF4-FFF2-40B4-BE49-F238E27FC236}">
                <a16:creationId xmlns:a16="http://schemas.microsoft.com/office/drawing/2014/main" id="{BF906963-490C-FDC9-EE37-C57998DCD993}"/>
              </a:ext>
            </a:extLst>
          </p:cNvPr>
          <p:cNvSpPr txBox="1">
            <a:spLocks/>
          </p:cNvSpPr>
          <p:nvPr/>
        </p:nvSpPr>
        <p:spPr>
          <a:xfrm>
            <a:off x="4871630" y="5412120"/>
            <a:ext cx="1592882" cy="1414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DE" dirty="0" err="1"/>
              <a:t>U</a:t>
            </a:r>
            <a:r>
              <a:rPr lang="en-DE" baseline="-25000" dirty="0" err="1"/>
              <a:t>valve_p</a:t>
            </a:r>
            <a:r>
              <a:rPr lang="en-DE" baseline="-25000" dirty="0"/>
              <a:t> </a:t>
            </a:r>
            <a:r>
              <a:rPr lang="en-DE" dirty="0"/>
              <a:t>= 6 kV</a:t>
            </a:r>
          </a:p>
          <a:p>
            <a:pPr lvl="1"/>
            <a:r>
              <a:rPr lang="en-DE" dirty="0" err="1"/>
              <a:t>U</a:t>
            </a:r>
            <a:r>
              <a:rPr lang="en-DE" baseline="-25000" dirty="0" err="1"/>
              <a:t>valve_n</a:t>
            </a:r>
            <a:r>
              <a:rPr lang="en-DE" dirty="0"/>
              <a:t> = 2 kV</a:t>
            </a:r>
          </a:p>
          <a:p>
            <a:pPr lvl="1"/>
            <a:r>
              <a:rPr lang="en-DE" dirty="0" err="1"/>
              <a:t>U</a:t>
            </a:r>
            <a:r>
              <a:rPr lang="en-DE" baseline="-25000" dirty="0" err="1"/>
              <a:t>dpp</a:t>
            </a:r>
            <a:r>
              <a:rPr lang="en-DE" dirty="0"/>
              <a:t> = 8 kV</a:t>
            </a:r>
          </a:p>
          <a:p>
            <a:pPr lvl="1"/>
            <a:r>
              <a:rPr lang="en-DE" dirty="0"/>
              <a:t>U</a:t>
            </a:r>
            <a:r>
              <a:rPr lang="en-DE" baseline="-25000" dirty="0"/>
              <a:t>ve</a:t>
            </a:r>
            <a:r>
              <a:rPr lang="en-DE" dirty="0"/>
              <a:t> = -2 kV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lvl="1"/>
            <a:endParaRPr lang="en-DE" b="1" dirty="0"/>
          </a:p>
          <a:p>
            <a:pPr lvl="1"/>
            <a:endParaRPr lang="en-DE" b="1" dirty="0"/>
          </a:p>
          <a:p>
            <a:pPr lvl="1"/>
            <a:endParaRPr lang="en-US" dirty="0"/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sp>
        <p:nvSpPr>
          <p:cNvPr id="14" name="Copy">
            <a:extLst>
              <a:ext uri="{FF2B5EF4-FFF2-40B4-BE49-F238E27FC236}">
                <a16:creationId xmlns:a16="http://schemas.microsoft.com/office/drawing/2014/main" id="{CD9A6364-30AB-A96E-9870-CDAED92F0631}"/>
              </a:ext>
            </a:extLst>
          </p:cNvPr>
          <p:cNvSpPr txBox="1">
            <a:spLocks/>
          </p:cNvSpPr>
          <p:nvPr/>
        </p:nvSpPr>
        <p:spPr>
          <a:xfrm>
            <a:off x="7127716" y="5412120"/>
            <a:ext cx="1592881" cy="1414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 marL="447675" indent="-268288" defTabSz="987425">
              <a:buFont typeface="Wingdings" panose="05000000000000000000" pitchFamily="2" charset="2"/>
              <a:buChar char="Ø"/>
              <a:defRPr/>
            </a:lvl3pPr>
            <a:lvl4pPr marL="360000">
              <a:defRPr/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 err="1"/>
              <a:t>U</a:t>
            </a:r>
            <a:r>
              <a:rPr lang="en-DE" baseline="-25000" dirty="0" err="1"/>
              <a:t>valve_p</a:t>
            </a:r>
            <a:r>
              <a:rPr lang="en-DE" dirty="0"/>
              <a:t> = 4 kV</a:t>
            </a:r>
          </a:p>
          <a:p>
            <a:pPr lvl="1"/>
            <a:r>
              <a:rPr lang="en-DE" dirty="0" err="1"/>
              <a:t>U</a:t>
            </a:r>
            <a:r>
              <a:rPr lang="en-DE" baseline="-25000" dirty="0" err="1"/>
              <a:t>valve_n</a:t>
            </a:r>
            <a:r>
              <a:rPr lang="en-DE" dirty="0"/>
              <a:t> = 4 kV</a:t>
            </a:r>
          </a:p>
          <a:p>
            <a:pPr lvl="1"/>
            <a:r>
              <a:rPr lang="en-DE" dirty="0" err="1"/>
              <a:t>U</a:t>
            </a:r>
            <a:r>
              <a:rPr lang="en-DE" baseline="-25000" dirty="0" err="1"/>
              <a:t>dpp</a:t>
            </a:r>
            <a:r>
              <a:rPr lang="en-DE" dirty="0"/>
              <a:t> = 8 kV</a:t>
            </a:r>
          </a:p>
          <a:p>
            <a:pPr lvl="1"/>
            <a:r>
              <a:rPr lang="en-DE" dirty="0"/>
              <a:t>U</a:t>
            </a:r>
            <a:r>
              <a:rPr lang="en-DE" baseline="-25000" dirty="0"/>
              <a:t>ve</a:t>
            </a:r>
            <a:r>
              <a:rPr lang="en-DE" dirty="0"/>
              <a:t> = 0 kV</a:t>
            </a:r>
          </a:p>
          <a:p>
            <a:pPr lvl="2"/>
            <a:endParaRPr lang="en-DE" dirty="0"/>
          </a:p>
          <a:p>
            <a:pPr lvl="2"/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  <a:p>
            <a:pPr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sp>
        <p:nvSpPr>
          <p:cNvPr id="15" name="Copy">
            <a:extLst>
              <a:ext uri="{FF2B5EF4-FFF2-40B4-BE49-F238E27FC236}">
                <a16:creationId xmlns:a16="http://schemas.microsoft.com/office/drawing/2014/main" id="{09B57F8F-3BE1-4174-2E0D-86DDF4C152A2}"/>
              </a:ext>
            </a:extLst>
          </p:cNvPr>
          <p:cNvSpPr txBox="1">
            <a:spLocks/>
          </p:cNvSpPr>
          <p:nvPr/>
        </p:nvSpPr>
        <p:spPr>
          <a:xfrm>
            <a:off x="9099792" y="5412120"/>
            <a:ext cx="1657107" cy="1414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latinLnBrk="0" hangingPunct="1">
              <a:lnSpc>
                <a:spcPct val="110000"/>
              </a:lnSpc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 marL="447675" indent="-268288" defTabSz="987425">
              <a:buFont typeface="Wingdings" panose="05000000000000000000" pitchFamily="2" charset="2"/>
              <a:buChar char="Ø"/>
              <a:defRPr/>
            </a:lvl3pPr>
            <a:lvl4pPr marL="360000">
              <a:defRPr/>
            </a:lvl4pPr>
            <a:lvl5pPr marL="72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 err="1"/>
              <a:t>U</a:t>
            </a:r>
            <a:r>
              <a:rPr lang="en-DE" baseline="-25000" dirty="0" err="1"/>
              <a:t>valve_p</a:t>
            </a:r>
            <a:r>
              <a:rPr lang="en-DE" baseline="-25000" dirty="0"/>
              <a:t> </a:t>
            </a:r>
            <a:r>
              <a:rPr lang="en-DE" dirty="0"/>
              <a:t> = 2 kV</a:t>
            </a:r>
          </a:p>
          <a:p>
            <a:pPr lvl="1"/>
            <a:r>
              <a:rPr lang="en-DE" dirty="0" err="1"/>
              <a:t>U</a:t>
            </a:r>
            <a:r>
              <a:rPr lang="en-DE" baseline="-25000" dirty="0" err="1"/>
              <a:t>valve_n</a:t>
            </a:r>
            <a:r>
              <a:rPr lang="en-DE" dirty="0"/>
              <a:t> = 6 kV</a:t>
            </a:r>
          </a:p>
          <a:p>
            <a:pPr lvl="1"/>
            <a:r>
              <a:rPr lang="en-DE" dirty="0" err="1"/>
              <a:t>U</a:t>
            </a:r>
            <a:r>
              <a:rPr lang="en-DE" baseline="-25000" dirty="0" err="1"/>
              <a:t>dpp</a:t>
            </a:r>
            <a:r>
              <a:rPr lang="en-DE" dirty="0"/>
              <a:t> = 8 kV</a:t>
            </a:r>
          </a:p>
          <a:p>
            <a:pPr lvl="1"/>
            <a:r>
              <a:rPr lang="en-DE" dirty="0"/>
              <a:t>U</a:t>
            </a:r>
            <a:r>
              <a:rPr lang="en-DE" baseline="-25000" dirty="0"/>
              <a:t>ve</a:t>
            </a:r>
            <a:r>
              <a:rPr lang="en-DE" dirty="0"/>
              <a:t> = +2 kV</a:t>
            </a:r>
          </a:p>
          <a:p>
            <a:pPr lvl="2"/>
            <a:endParaRPr lang="en-DE" dirty="0"/>
          </a:p>
          <a:p>
            <a:pPr lvl="2"/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  <a:p>
            <a:pPr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78C4C5-6989-7550-D4BE-82DFBE36C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956" y="841217"/>
            <a:ext cx="1467499" cy="45708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EB801D-FE09-69B0-E4F9-2A328AE822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4355" y="841216"/>
            <a:ext cx="1467498" cy="457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2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D075C3A8-E48B-F7D4-698A-F9F92C87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5F5C47E-2936-8809-F271-1D09BAE11A94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Controllable Voltage Source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39255A-380A-A8CD-E374-1F1FD7D22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1980000"/>
            <a:ext cx="10010140" cy="340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07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4164BEE-F752-9789-E5BF-64E633B67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937815A-93A5-0A3E-BDB5-BAF3CE119F77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Controllable Voltage Source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6A7D0D-238A-762C-1CCC-31153ADB7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1980000"/>
            <a:ext cx="10010140" cy="340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2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B4ACBD3-1499-99F3-A358-26500426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F73D0DDE-D18C-E79C-C605-CE88EB4C3314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Controllable Voltage Source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40D4E4-4864-271C-2A73-004FFE606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1980000"/>
            <a:ext cx="10027920" cy="342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52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5780106-32C9-AF41-DA41-0DFE4729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5ECB623F-A365-2470-842C-DE63D12F899A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Controllable Voltage Source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BE88D-7F2B-B59D-3B19-722509D2E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1980000"/>
            <a:ext cx="10014585" cy="34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98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47851A1-158D-E0B2-5D8E-571678D9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F0118233-D26E-8928-7A52-B739754C1C1C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Modulation Index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14DD85-3B89-0C95-18C7-A37AB2EDC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220" y="1971560"/>
            <a:ext cx="5623560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7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6676031-631B-EB95-240A-B55E8033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C0162577-748D-49A0-A9E4-F60149F926B2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Modularization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BDD8E743-93C8-6CC5-61F5-7777C19F4BD2}"/>
              </a:ext>
            </a:extLst>
          </p:cNvPr>
          <p:cNvSpPr txBox="1"/>
          <p:nvPr/>
        </p:nvSpPr>
        <p:spPr>
          <a:xfrm>
            <a:off x="387334" y="5430063"/>
            <a:ext cx="9623395" cy="152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DC voltage can be reached by connecting additional SMs in series or by using SMs with higher voltage capability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Other IGBT types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higher currents other IGBTs must be used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Other SMs</a:t>
            </a: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93718-1421-20F8-04E7-540D0B81B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893" y="1041300"/>
            <a:ext cx="3991395" cy="4227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009A00-E2F9-5FD1-2A17-9F02E50A9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06" y="1683140"/>
            <a:ext cx="5003181" cy="325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8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04623DE-A724-BF41-6F5F-9D0297CB6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B506ED9-7E48-1688-CC35-0623D848CB23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Submodule set-up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2F8D4AD9-D1F8-F864-BDDD-A5D7FB1AD7A0}"/>
              </a:ext>
            </a:extLst>
          </p:cNvPr>
          <p:cNvSpPr txBox="1"/>
          <p:nvPr/>
        </p:nvSpPr>
        <p:spPr>
          <a:xfrm>
            <a:off x="452339" y="4441155"/>
            <a:ext cx="9623395" cy="232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Submodule is a device which is capable to switch on or off the individual capacitor voltage at its terminal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elements are: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6088" lvl="3" indent="-268288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Thyristor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6088" lvl="3" indent="-268288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Bypass Switch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C34CC8-C19D-D2EC-C443-52726541E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78" y="1786154"/>
            <a:ext cx="2215944" cy="136580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F0AE837-BECC-B273-69EC-9065F7291999}"/>
              </a:ext>
            </a:extLst>
          </p:cNvPr>
          <p:cNvSpPr/>
          <p:nvPr/>
        </p:nvSpPr>
        <p:spPr>
          <a:xfrm>
            <a:off x="5314461" y="2670904"/>
            <a:ext cx="1563077" cy="12236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D03F5F4-FABF-3759-0440-9A07055EFF26}"/>
              </a:ext>
            </a:extLst>
          </p:cNvPr>
          <p:cNvSpPr/>
          <p:nvPr/>
        </p:nvSpPr>
        <p:spPr>
          <a:xfrm rot="5400000">
            <a:off x="8951214" y="2365688"/>
            <a:ext cx="262467" cy="2215942"/>
          </a:xfrm>
          <a:prstGeom prst="rightBrace">
            <a:avLst>
              <a:gd name="adj1" fmla="val 3865"/>
              <a:gd name="adj2" fmla="val 50000"/>
            </a:avLst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104C7-2645-37FB-9706-AE3F81837DB4}"/>
              </a:ext>
            </a:extLst>
          </p:cNvPr>
          <p:cNvSpPr txBox="1"/>
          <p:nvPr/>
        </p:nvSpPr>
        <p:spPr>
          <a:xfrm>
            <a:off x="7974476" y="3680117"/>
            <a:ext cx="2215942" cy="3005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DE" dirty="0"/>
              <a:t>Submodule</a:t>
            </a:r>
            <a:endParaRPr lang="en-US" dirty="0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87F828-7F8B-0A75-ED83-8AE5ABA1E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425" y="1723394"/>
            <a:ext cx="3084549" cy="953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2ECBC8-30A0-91F4-B8B8-B14C6A911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810" y="2872554"/>
            <a:ext cx="2881618" cy="95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34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9D8EFF3-ADE0-3FDD-A13F-DD30D90AD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6763F4B-FB9D-B5F6-46C4-BEE356857EA9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conditions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7207C-3D66-DE39-EE50-4890E7ECCEC7}"/>
              </a:ext>
            </a:extLst>
          </p:cNvPr>
          <p:cNvSpPr txBox="1"/>
          <p:nvPr/>
        </p:nvSpPr>
        <p:spPr>
          <a:xfrm>
            <a:off x="2878790" y="2138875"/>
            <a:ext cx="6434418" cy="3005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DE" sz="2000" dirty="0"/>
              <a:t>Operating Conditions of Half Bridge Submodule </a:t>
            </a:r>
            <a:endParaRPr lang="en-US" sz="2000" dirty="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5C9757-6517-A20F-D2A1-E6C1DDB63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046" y="3056017"/>
            <a:ext cx="7631906" cy="359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09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BCCE559-E0E8-9F7B-B008-878A94D14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3195BFF7-5197-9EA6-488D-F5371B879C76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concept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6C57F098-35B1-C672-7666-007ACDAB42A0}"/>
              </a:ext>
            </a:extLst>
          </p:cNvPr>
          <p:cNvSpPr txBox="1"/>
          <p:nvPr/>
        </p:nvSpPr>
        <p:spPr>
          <a:xfrm>
            <a:off x="239992" y="1806296"/>
            <a:ext cx="6945200" cy="232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Submodule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is achieved by mechanical bypass switch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case of a submodule fault the bypass switch is closed creating a low resistance short circuit of the SM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fik 53">
            <a:extLst>
              <a:ext uri="{FF2B5EF4-FFF2-40B4-BE49-F238E27FC236}">
                <a16:creationId xmlns:a16="http://schemas.microsoft.com/office/drawing/2014/main" id="{DFCFA933-2653-4D1A-24C0-A60F2AB87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760" y="1196561"/>
            <a:ext cx="3567794" cy="4967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8EE3E9-9377-7348-0328-439D60938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700" y="4573781"/>
            <a:ext cx="2215944" cy="13658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AB8EC6-C01D-E10B-2C01-7BD294BBC430}"/>
              </a:ext>
            </a:extLst>
          </p:cNvPr>
          <p:cNvSpPr/>
          <p:nvPr/>
        </p:nvSpPr>
        <p:spPr>
          <a:xfrm>
            <a:off x="2755141" y="5135230"/>
            <a:ext cx="39624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DF45AB-DD30-B150-6756-DC34F37BBD0C}"/>
              </a:ext>
            </a:extLst>
          </p:cNvPr>
          <p:cNvSpPr txBox="1"/>
          <p:nvPr/>
        </p:nvSpPr>
        <p:spPr>
          <a:xfrm>
            <a:off x="1584201" y="6164413"/>
            <a:ext cx="2738120" cy="3251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Mechanical bypass switch</a:t>
            </a:r>
          </a:p>
        </p:txBody>
      </p:sp>
    </p:spTree>
    <p:extLst>
      <p:ext uri="{BB962C8B-B14F-4D97-AF65-F5344CB8AC3E}">
        <p14:creationId xmlns:p14="http://schemas.microsoft.com/office/powerpoint/2010/main" val="853819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0C66E5C-3DF4-5B10-809F-A08A181E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BFE22AF-A7D3-0B29-6DED-FC5555FDFB66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side voltage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6DF6B42-78DF-CBCB-BC2D-DAEBDE7D7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495644"/>
              </p:ext>
            </p:extLst>
          </p:nvPr>
        </p:nvGraphicFramePr>
        <p:xfrm>
          <a:off x="642035" y="4952321"/>
          <a:ext cx="46355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54000" imgH="533160" progId="Equation.DSMT4">
                  <p:embed/>
                </p:oleObj>
              </mc:Choice>
              <mc:Fallback>
                <p:oleObj name="Equation" r:id="rId3" imgW="1854000" imgH="53316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6DF6B42-78DF-CBCB-BC2D-DAEBDE7D77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2035" y="4952321"/>
                        <a:ext cx="4635500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rrow: Down 3">
            <a:extLst>
              <a:ext uri="{FF2B5EF4-FFF2-40B4-BE49-F238E27FC236}">
                <a16:creationId xmlns:a16="http://schemas.microsoft.com/office/drawing/2014/main" id="{7CF54835-2310-4AB2-0B33-783077CD1365}"/>
              </a:ext>
            </a:extLst>
          </p:cNvPr>
          <p:cNvSpPr/>
          <p:nvPr/>
        </p:nvSpPr>
        <p:spPr>
          <a:xfrm>
            <a:off x="2588779" y="3746445"/>
            <a:ext cx="169499" cy="9144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CBAAB-2316-ABC5-B395-9943EA7AB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924" y="1982834"/>
            <a:ext cx="1535851" cy="131400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10594E4-F0F5-AC37-D95A-C845CD16E0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9066" y="1758791"/>
            <a:ext cx="5500688" cy="334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01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AFB4BAA-2C1D-14AA-A87A-9477447D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F69AFC70-856A-D9EA-8D66-4FADA17506C6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Voltage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493E826-4C43-C981-A73C-0EC876F12B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390725"/>
              </p:ext>
            </p:extLst>
          </p:nvPr>
        </p:nvGraphicFramePr>
        <p:xfrm>
          <a:off x="4206959" y="5470029"/>
          <a:ext cx="34893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493E826-4C43-C981-A73C-0EC876F12B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06959" y="5470029"/>
                        <a:ext cx="3489325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E2B3E69E-1253-5972-39AD-9BC519E7F6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261" y="1758791"/>
            <a:ext cx="5547360" cy="334041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4DA6FF-F75A-E539-583E-3346D914F7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2224" y="1758791"/>
            <a:ext cx="5547360" cy="334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14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5843B186-B16A-3ECE-384F-B8837B71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7220191-661E-F329-DC46-A852DBC75447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DE" sz="3200" dirty="0"/>
              <a:t>M</a:t>
            </a:r>
            <a:r>
              <a:rPr lang="en-US" sz="3200" dirty="0"/>
              <a:t>o</a:t>
            </a:r>
            <a:r>
              <a:rPr lang="en-DE" sz="3200" dirty="0"/>
              <a:t>dule Current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00E2AF5-A482-9D03-CAD8-C8B9883F7F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785347"/>
              </p:ext>
            </p:extLst>
          </p:nvPr>
        </p:nvGraphicFramePr>
        <p:xfrm>
          <a:off x="6815138" y="5634321"/>
          <a:ext cx="3746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320" imgH="393480" progId="Equation.DSMT4">
                  <p:embed/>
                </p:oleObj>
              </mc:Choice>
              <mc:Fallback>
                <p:oleObj name="Equation" r:id="rId3" imgW="1498320" imgH="3934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00E2AF5-A482-9D03-CAD8-C8B9883F7F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15138" y="5634321"/>
                        <a:ext cx="3746500" cy="98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BE806EF-DFDE-2B92-C680-E13D52026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51258"/>
            <a:ext cx="4572000" cy="50927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46EB0C-2482-C8E7-4AC9-2602B2C12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18041" y="1758791"/>
            <a:ext cx="5540693" cy="334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09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DEFFAD4A-C753-94D7-6257-39D33CFA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B731682-E6DC-2229-A12E-0CE4C947564A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Power and Energy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ACE8F50-EA2E-860A-9612-EA97D3B40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861069"/>
              </p:ext>
            </p:extLst>
          </p:nvPr>
        </p:nvGraphicFramePr>
        <p:xfrm>
          <a:off x="865356" y="5474639"/>
          <a:ext cx="4064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25400" imgH="253800" progId="Equation.DSMT4">
                  <p:embed/>
                </p:oleObj>
              </mc:Choice>
              <mc:Fallback>
                <p:oleObj name="Equation" r:id="rId3" imgW="1625400" imgH="2538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ACE8F50-EA2E-860A-9612-EA97D3B400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5356" y="5474639"/>
                        <a:ext cx="40640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5B96BC9-D91F-3A1C-B409-6A907A6942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210065"/>
              </p:ext>
            </p:extLst>
          </p:nvPr>
        </p:nvGraphicFramePr>
        <p:xfrm>
          <a:off x="7961507" y="5442600"/>
          <a:ext cx="3206700" cy="69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279360" progId="Equation.DSMT4">
                  <p:embed/>
                </p:oleObj>
              </mc:Choice>
              <mc:Fallback>
                <p:oleObj name="Equation" r:id="rId5" imgW="1282680" imgH="2793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5B96BC9-D91F-3A1C-B409-6A907A6942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61507" y="5442600"/>
                        <a:ext cx="3206700" cy="69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D02D8133-D9CB-4EB5-63B4-C81D2D2EE8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00" y="1758791"/>
            <a:ext cx="5520690" cy="334041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99F0E03-8F20-767E-2720-E45263EB49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5248" y="1758791"/>
            <a:ext cx="5547360" cy="334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90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1A08E052-61FA-AAE2-DFC4-1D618EE49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CB87B36-C74C-F10E-2F0F-5106CDC704B8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DE" sz="3200" dirty="0"/>
              <a:t>Module Energy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1;p2">
            <a:extLst>
              <a:ext uri="{FF2B5EF4-FFF2-40B4-BE49-F238E27FC236}">
                <a16:creationId xmlns:a16="http://schemas.microsoft.com/office/drawing/2014/main" id="{4AD4DDC3-8E81-510A-8F3A-CB24355220F7}"/>
              </a:ext>
            </a:extLst>
          </p:cNvPr>
          <p:cNvSpPr txBox="1"/>
          <p:nvPr/>
        </p:nvSpPr>
        <p:spPr>
          <a:xfrm>
            <a:off x="230206" y="5224275"/>
            <a:ext cx="5320719" cy="11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0000" marR="0" lvl="1" indent="-1800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SzPts val="2000"/>
              <a:buFont typeface="Arial" panose="020B0604020202020204" pitchFamily="34" charset="0"/>
              <a:buChar char="•"/>
            </a:pPr>
            <a:r>
              <a:rPr lang="en-DE" sz="2100" dirty="0">
                <a:sym typeface="Calibri"/>
              </a:rPr>
              <a:t>SM has negative voltage, which is physically not possible</a:t>
            </a:r>
            <a:endParaRPr lang="en-US" sz="2100" dirty="0"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;p2">
            <a:extLst>
              <a:ext uri="{FF2B5EF4-FFF2-40B4-BE49-F238E27FC236}">
                <a16:creationId xmlns:a16="http://schemas.microsoft.com/office/drawing/2014/main" id="{233A4A17-B0D9-D2AD-D32E-63B7227943F8}"/>
              </a:ext>
            </a:extLst>
          </p:cNvPr>
          <p:cNvSpPr txBox="1"/>
          <p:nvPr/>
        </p:nvSpPr>
        <p:spPr>
          <a:xfrm>
            <a:off x="6470003" y="5224275"/>
            <a:ext cx="5320719" cy="1012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0000" marR="0" lvl="1" indent="-1800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SzPts val="2000"/>
              <a:buFont typeface="Arial" panose="020B0604020202020204" pitchFamily="34" charset="0"/>
              <a:buChar char="•"/>
            </a:pPr>
            <a:r>
              <a:rPr lang="en-DE" sz="2100" dirty="0">
                <a:sym typeface="Calibri"/>
              </a:rPr>
              <a:t>SM is discharged to zero</a:t>
            </a:r>
            <a:endParaRPr lang="en-US" sz="2100" dirty="0"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A992AFE-F0F4-4AFB-BBCA-CDE0C34B0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206" y="1730527"/>
            <a:ext cx="5547360" cy="334041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018F65-121A-2042-2A09-0BFDEF0360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0003" y="1730527"/>
            <a:ext cx="5547360" cy="334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57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C03E638-D11B-F587-6B09-170196C79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514B4B1F-1FF6-DC60-7577-FAEDB70671F5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 voltage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DFC43A-0317-6F53-C0C2-6ED46335D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5229"/>
              </p:ext>
            </p:extLst>
          </p:nvPr>
        </p:nvGraphicFramePr>
        <p:xfrm>
          <a:off x="417242" y="1813336"/>
          <a:ext cx="2895600" cy="13781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1694340355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630026819"/>
                    </a:ext>
                  </a:extLst>
                </a:gridCol>
              </a:tblGrid>
              <a:tr h="463707">
                <a:tc>
                  <a:txBody>
                    <a:bodyPr/>
                    <a:lstStyle/>
                    <a:p>
                      <a:r>
                        <a:rPr lang="en-DE" dirty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101263"/>
                  </a:ext>
                </a:extLst>
              </a:tr>
              <a:tr h="264975">
                <a:tc>
                  <a:txBody>
                    <a:bodyPr/>
                    <a:lstStyle/>
                    <a:p>
                      <a:r>
                        <a:rPr lang="en-DE" dirty="0"/>
                        <a:t>C</a:t>
                      </a:r>
                      <a:r>
                        <a:rPr lang="en-DE" baseline="-25000" dirty="0"/>
                        <a:t>SM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5 mF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816533"/>
                  </a:ext>
                </a:extLst>
              </a:tr>
              <a:tr h="264975">
                <a:tc>
                  <a:txBody>
                    <a:bodyPr/>
                    <a:lstStyle/>
                    <a:p>
                      <a:r>
                        <a:rPr lang="en-DE" dirty="0" err="1"/>
                        <a:t>U</a:t>
                      </a:r>
                      <a:r>
                        <a:rPr lang="en-DE" baseline="-25000" dirty="0" err="1"/>
                        <a:t>sm_max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2000 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867641"/>
                  </a:ext>
                </a:extLst>
              </a:tr>
              <a:tr h="264975">
                <a:tc>
                  <a:txBody>
                    <a:bodyPr/>
                    <a:lstStyle/>
                    <a:p>
                      <a:r>
                        <a:rPr lang="en-DE" dirty="0"/>
                        <a:t>N</a:t>
                      </a:r>
                      <a:r>
                        <a:rPr lang="en-DE" baseline="-25000" dirty="0"/>
                        <a:t>SM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200, 400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324712"/>
                  </a:ext>
                </a:extLst>
              </a:tr>
            </a:tbl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FAF877A-D36A-B883-0E54-1FB52A13F1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789833"/>
              </p:ext>
            </p:extLst>
          </p:nvPr>
        </p:nvGraphicFramePr>
        <p:xfrm>
          <a:off x="360696" y="3952471"/>
          <a:ext cx="3860640" cy="2717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320" imgH="1358640" progId="Equation.DSMT4">
                  <p:embed/>
                </p:oleObj>
              </mc:Choice>
              <mc:Fallback>
                <p:oleObj name="Equation" r:id="rId3" imgW="1930320" imgH="13586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FAF877A-D36A-B883-0E54-1FB52A13F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0696" y="3952471"/>
                        <a:ext cx="3860640" cy="2717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">
            <a:extLst>
              <a:ext uri="{FF2B5EF4-FFF2-40B4-BE49-F238E27FC236}">
                <a16:creationId xmlns:a16="http://schemas.microsoft.com/office/drawing/2014/main" id="{91D4DFF1-81A5-6B41-B7F7-D1B72AC89B92}"/>
              </a:ext>
            </a:extLst>
          </p:cNvPr>
          <p:cNvSpPr txBox="1">
            <a:spLocks/>
          </p:cNvSpPr>
          <p:nvPr/>
        </p:nvSpPr>
        <p:spPr>
          <a:xfrm>
            <a:off x="7708316" y="5805008"/>
            <a:ext cx="3074153" cy="565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ctr"/>
            <a:r>
              <a:rPr lang="en-DE"/>
              <a:t>N</a:t>
            </a:r>
            <a:r>
              <a:rPr lang="en-DE" baseline="-25000"/>
              <a:t>SM</a:t>
            </a:r>
            <a:r>
              <a:rPr lang="en-DE"/>
              <a:t> = 200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/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/>
          </a:p>
          <a:p>
            <a:pPr lvl="1"/>
            <a:endParaRPr lang="en-DE" b="1"/>
          </a:p>
          <a:p>
            <a:pPr lvl="1"/>
            <a:endParaRPr lang="en-DE" b="1"/>
          </a:p>
          <a:p>
            <a:pPr lvl="1"/>
            <a:endParaRPr lang="en-US"/>
          </a:p>
          <a:p>
            <a:pPr marL="360000" lvl="3"/>
            <a:endParaRPr lang="en-DE"/>
          </a:p>
          <a:p>
            <a:pPr lvl="1"/>
            <a:endParaRPr lang="en-DE"/>
          </a:p>
          <a:p>
            <a:pPr lvl="1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CAA32A1-1A04-EB3C-4F4B-014930DEC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2165571"/>
            <a:ext cx="5520690" cy="334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19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42B98A54-A07F-B2C4-2DDB-4B794846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FC2B2105-ADBC-8840-469D-95F3CF78F844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 and valve voltage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opy">
            <a:extLst>
              <a:ext uri="{FF2B5EF4-FFF2-40B4-BE49-F238E27FC236}">
                <a16:creationId xmlns:a16="http://schemas.microsoft.com/office/drawing/2014/main" id="{00C86B6D-0AB1-433A-C5EE-78D3182904EF}"/>
              </a:ext>
            </a:extLst>
          </p:cNvPr>
          <p:cNvSpPr txBox="1">
            <a:spLocks/>
          </p:cNvSpPr>
          <p:nvPr/>
        </p:nvSpPr>
        <p:spPr>
          <a:xfrm>
            <a:off x="1531562" y="5595909"/>
            <a:ext cx="3074153" cy="565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ctr"/>
            <a:r>
              <a:rPr lang="en-DE"/>
              <a:t>N</a:t>
            </a:r>
            <a:r>
              <a:rPr lang="en-DE" baseline="-25000"/>
              <a:t>SM</a:t>
            </a:r>
            <a:r>
              <a:rPr lang="en-DE"/>
              <a:t> = 200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/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/>
          </a:p>
          <a:p>
            <a:pPr lvl="1"/>
            <a:endParaRPr lang="en-DE" b="1"/>
          </a:p>
          <a:p>
            <a:pPr lvl="1"/>
            <a:endParaRPr lang="en-DE" b="1"/>
          </a:p>
          <a:p>
            <a:pPr lvl="1"/>
            <a:endParaRPr lang="en-US"/>
          </a:p>
          <a:p>
            <a:pPr marL="360000" lvl="3"/>
            <a:endParaRPr lang="en-DE"/>
          </a:p>
          <a:p>
            <a:pPr lvl="1"/>
            <a:endParaRPr lang="en-DE"/>
          </a:p>
          <a:p>
            <a:pPr lvl="1"/>
            <a:endParaRPr lang="en-US" dirty="0"/>
          </a:p>
        </p:txBody>
      </p:sp>
      <p:sp>
        <p:nvSpPr>
          <p:cNvPr id="7" name="Copy">
            <a:extLst>
              <a:ext uri="{FF2B5EF4-FFF2-40B4-BE49-F238E27FC236}">
                <a16:creationId xmlns:a16="http://schemas.microsoft.com/office/drawing/2014/main" id="{731A2FDD-9C28-32F7-7DD7-8EEC65A49ACA}"/>
              </a:ext>
            </a:extLst>
          </p:cNvPr>
          <p:cNvSpPr txBox="1">
            <a:spLocks/>
          </p:cNvSpPr>
          <p:nvPr/>
        </p:nvSpPr>
        <p:spPr>
          <a:xfrm>
            <a:off x="8122862" y="5595909"/>
            <a:ext cx="3074153" cy="56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Arial" panose="020B0604020202020204" pitchFamily="34" charset="0"/>
              <a:buNone/>
            </a:pPr>
            <a:r>
              <a:rPr lang="en-DE" dirty="0"/>
              <a:t>N</a:t>
            </a:r>
            <a:r>
              <a:rPr lang="en-DE" baseline="-25000" dirty="0"/>
              <a:t>SM</a:t>
            </a:r>
            <a:r>
              <a:rPr lang="en-DE" dirty="0"/>
              <a:t> = </a:t>
            </a:r>
            <a:r>
              <a:rPr lang="en-US" dirty="0"/>
              <a:t>4</a:t>
            </a:r>
            <a:r>
              <a:rPr lang="en-DE" dirty="0"/>
              <a:t>00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lvl="1"/>
            <a:endParaRPr lang="en-DE" b="1" dirty="0"/>
          </a:p>
          <a:p>
            <a:pPr marL="0" lvl="1" indent="0">
              <a:buFont typeface="Arial" panose="020B0604020202020204" pitchFamily="34" charset="0"/>
              <a:buNone/>
            </a:pPr>
            <a:endParaRPr lang="en-DE" b="1" dirty="0"/>
          </a:p>
          <a:p>
            <a:pPr lvl="1"/>
            <a:endParaRPr lang="en-US" dirty="0"/>
          </a:p>
          <a:p>
            <a:pPr marL="360000" lvl="3" indent="0">
              <a:buFont typeface="Arial" panose="020B0604020202020204" pitchFamily="34" charset="0"/>
              <a:buNone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FDF2912-5A6B-744F-CEC9-9E8FD4945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08" y="1835146"/>
            <a:ext cx="5532492" cy="333146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77D7B65-BEA7-381B-C6F3-E7B0A8AEA0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7036" y="1835146"/>
            <a:ext cx="5547360" cy="334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36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44971DA8-3DEC-175B-8746-FFFD0DC5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CDDE6DC-3FA2-4768-E9AD-5D78C6AB0AF0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 and valve voltage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opy">
            <a:extLst>
              <a:ext uri="{FF2B5EF4-FFF2-40B4-BE49-F238E27FC236}">
                <a16:creationId xmlns:a16="http://schemas.microsoft.com/office/drawing/2014/main" id="{0429FD39-ED06-CC36-C688-D186FFCE00E5}"/>
              </a:ext>
            </a:extLst>
          </p:cNvPr>
          <p:cNvSpPr txBox="1">
            <a:spLocks/>
          </p:cNvSpPr>
          <p:nvPr/>
        </p:nvSpPr>
        <p:spPr>
          <a:xfrm>
            <a:off x="1531562" y="5595909"/>
            <a:ext cx="3074153" cy="565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ctr"/>
            <a:r>
              <a:rPr lang="en-DE"/>
              <a:t>N</a:t>
            </a:r>
            <a:r>
              <a:rPr lang="en-DE" baseline="-25000"/>
              <a:t>SM</a:t>
            </a:r>
            <a:r>
              <a:rPr lang="en-DE"/>
              <a:t> = 200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/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/>
          </a:p>
          <a:p>
            <a:pPr lvl="1"/>
            <a:endParaRPr lang="en-DE" b="1"/>
          </a:p>
          <a:p>
            <a:pPr lvl="1"/>
            <a:endParaRPr lang="en-DE" b="1"/>
          </a:p>
          <a:p>
            <a:pPr lvl="1"/>
            <a:endParaRPr lang="en-US"/>
          </a:p>
          <a:p>
            <a:pPr marL="360000" lvl="3"/>
            <a:endParaRPr lang="en-DE"/>
          </a:p>
          <a:p>
            <a:pPr lvl="1"/>
            <a:endParaRPr lang="en-DE"/>
          </a:p>
          <a:p>
            <a:pPr lvl="1"/>
            <a:endParaRPr lang="en-US" dirty="0"/>
          </a:p>
        </p:txBody>
      </p:sp>
      <p:sp>
        <p:nvSpPr>
          <p:cNvPr id="7" name="Copy">
            <a:extLst>
              <a:ext uri="{FF2B5EF4-FFF2-40B4-BE49-F238E27FC236}">
                <a16:creationId xmlns:a16="http://schemas.microsoft.com/office/drawing/2014/main" id="{8F0A06B5-3B9B-7478-0ACB-26C69B00EADB}"/>
              </a:ext>
            </a:extLst>
          </p:cNvPr>
          <p:cNvSpPr txBox="1">
            <a:spLocks/>
          </p:cNvSpPr>
          <p:nvPr/>
        </p:nvSpPr>
        <p:spPr>
          <a:xfrm>
            <a:off x="8122862" y="5595909"/>
            <a:ext cx="3074153" cy="56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Arial" panose="020B0604020202020204" pitchFamily="34" charset="0"/>
              <a:buNone/>
            </a:pPr>
            <a:r>
              <a:rPr lang="en-DE" dirty="0"/>
              <a:t>N</a:t>
            </a:r>
            <a:r>
              <a:rPr lang="en-DE" baseline="-25000" dirty="0"/>
              <a:t>SM</a:t>
            </a:r>
            <a:r>
              <a:rPr lang="en-DE" dirty="0"/>
              <a:t> = </a:t>
            </a:r>
            <a:r>
              <a:rPr lang="en-US" dirty="0"/>
              <a:t>4</a:t>
            </a:r>
            <a:r>
              <a:rPr lang="en-DE" dirty="0"/>
              <a:t>00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lvl="1"/>
            <a:endParaRPr lang="en-DE" b="1" dirty="0"/>
          </a:p>
          <a:p>
            <a:pPr marL="0" lvl="1" indent="0">
              <a:buFont typeface="Arial" panose="020B0604020202020204" pitchFamily="34" charset="0"/>
              <a:buNone/>
            </a:pPr>
            <a:endParaRPr lang="en-DE" b="1" dirty="0"/>
          </a:p>
          <a:p>
            <a:pPr lvl="1"/>
            <a:endParaRPr lang="en-US" dirty="0"/>
          </a:p>
          <a:p>
            <a:pPr marL="360000" lvl="3" indent="0">
              <a:buFont typeface="Arial" panose="020B0604020202020204" pitchFamily="34" charset="0"/>
              <a:buNone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979FA18-B9EE-4844-C47A-FE5E93B2C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08" y="1835146"/>
            <a:ext cx="5532492" cy="333146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DF19797-E531-E392-C2D9-0C27A5C256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7036" y="1835146"/>
            <a:ext cx="5547360" cy="334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52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CC9FD64-EC95-6BBE-81BD-8A12ACB1E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448F2041-77C3-2DAC-7E2C-E161060842F3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 to valve voltage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5B0B351-0088-3D49-580E-4CFF92F47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805" y="2058171"/>
            <a:ext cx="5547360" cy="3340418"/>
          </a:xfrm>
          <a:prstGeom prst="rect">
            <a:avLst/>
          </a:prstGeom>
        </p:spPr>
      </p:pic>
      <p:sp>
        <p:nvSpPr>
          <p:cNvPr id="3" name="Google Shape;71;p2">
            <a:extLst>
              <a:ext uri="{FF2B5EF4-FFF2-40B4-BE49-F238E27FC236}">
                <a16:creationId xmlns:a16="http://schemas.microsoft.com/office/drawing/2014/main" id="{112BD002-BBEB-3B47-DCF5-AD658852B93C}"/>
              </a:ext>
            </a:extLst>
          </p:cNvPr>
          <p:cNvSpPr txBox="1"/>
          <p:nvPr/>
        </p:nvSpPr>
        <p:spPr>
          <a:xfrm>
            <a:off x="6540755" y="1815582"/>
            <a:ext cx="5333746" cy="3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000" lvl="1" indent="-1800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en-DE" sz="2000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M are used not just to store energy for power transmission but also for module voltage generation</a:t>
            </a:r>
          </a:p>
          <a:p>
            <a:pPr marL="180000" lvl="1" indent="-1800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SzPts val="2000"/>
              <a:buFont typeface="Arial" panose="020B0604020202020204" pitchFamily="34" charset="0"/>
              <a:buChar char="•"/>
            </a:pPr>
            <a:r>
              <a:rPr lang="en-DE" sz="2000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At any point the sum of the SM voltage must be higher than the requested module voltage</a:t>
            </a:r>
          </a:p>
          <a:p>
            <a:pPr marL="180000" lvl="1" indent="-1800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SzPts val="2000"/>
              <a:buFont typeface="Arial" panose="020B0604020202020204" pitchFamily="34" charset="0"/>
              <a:buChar char="•"/>
            </a:pPr>
            <a:r>
              <a:rPr lang="en-DE" sz="2000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The relation between sum of SM and the required module voltage is called 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DE" sz="2000" b="1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inner modulation index a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670402-F832-F008-C7B4-F11E19B0D5B1}"/>
              </a:ext>
            </a:extLst>
          </p:cNvPr>
          <p:cNvCxnSpPr/>
          <p:nvPr/>
        </p:nvCxnSpPr>
        <p:spPr>
          <a:xfrm flipV="1">
            <a:off x="2455250" y="2325754"/>
            <a:ext cx="0" cy="482600"/>
          </a:xfrm>
          <a:prstGeom prst="straightConnector1">
            <a:avLst/>
          </a:prstGeom>
          <a:ln w="19050" cap="rnd">
            <a:solidFill>
              <a:srgbClr val="FF0000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6080C3C-2896-02BD-64C8-405B1E2C8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031335"/>
              </p:ext>
            </p:extLst>
          </p:nvPr>
        </p:nvGraphicFramePr>
        <p:xfrm>
          <a:off x="7803833" y="5250581"/>
          <a:ext cx="2082240" cy="93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1120" imgH="469800" progId="Equation.DSMT4">
                  <p:embed/>
                </p:oleObj>
              </mc:Choice>
              <mc:Fallback>
                <p:oleObj name="Equation" r:id="rId5" imgW="1041120" imgH="4698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6080C3C-2896-02BD-64C8-405B1E2C86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03833" y="5250581"/>
                        <a:ext cx="2082240" cy="93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">
            <a:extLst>
              <a:ext uri="{FF2B5EF4-FFF2-40B4-BE49-F238E27FC236}">
                <a16:creationId xmlns:a16="http://schemas.microsoft.com/office/drawing/2014/main" id="{D718D736-FBFF-231F-5858-56D79F1AD4CA}"/>
              </a:ext>
            </a:extLst>
          </p:cNvPr>
          <p:cNvSpPr txBox="1">
            <a:spLocks/>
          </p:cNvSpPr>
          <p:nvPr/>
        </p:nvSpPr>
        <p:spPr>
          <a:xfrm>
            <a:off x="2526252" y="2405475"/>
            <a:ext cx="390908" cy="32315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>
                <a:solidFill>
                  <a:srgbClr val="FF0000"/>
                </a:solidFill>
              </a:rPr>
              <a:t>a</a:t>
            </a:r>
            <a:endParaRPr lang="en-DE">
              <a:solidFill>
                <a:srgbClr val="FF0000"/>
              </a:solidFill>
            </a:endParaRP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>
              <a:solidFill>
                <a:srgbClr val="FF0000"/>
              </a:solidFill>
            </a:endParaRP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>
              <a:solidFill>
                <a:srgbClr val="FF0000"/>
              </a:solidFill>
            </a:endParaRPr>
          </a:p>
          <a:p>
            <a:pPr lvl="1"/>
            <a:endParaRPr lang="en-DE" b="1">
              <a:solidFill>
                <a:srgbClr val="FF0000"/>
              </a:solidFill>
            </a:endParaRPr>
          </a:p>
          <a:p>
            <a:pPr lvl="1"/>
            <a:endParaRPr lang="en-DE" b="1">
              <a:solidFill>
                <a:srgbClr val="FF0000"/>
              </a:solidFill>
            </a:endParaRPr>
          </a:p>
          <a:p>
            <a:pPr lvl="1"/>
            <a:endParaRPr lang="en-US">
              <a:solidFill>
                <a:srgbClr val="FF0000"/>
              </a:solidFill>
            </a:endParaRPr>
          </a:p>
          <a:p>
            <a:pPr marL="360000" lvl="3"/>
            <a:endParaRPr lang="en-DE">
              <a:solidFill>
                <a:srgbClr val="FF0000"/>
              </a:solidFill>
            </a:endParaRPr>
          </a:p>
          <a:p>
            <a:pPr lvl="1"/>
            <a:endParaRPr lang="en-DE">
              <a:solidFill>
                <a:srgbClr val="FF0000"/>
              </a:solidFill>
            </a:endParaRP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721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77238D-C799-9EFB-58B7-68EBFED841D3}"/>
              </a:ext>
            </a:extLst>
          </p:cNvPr>
          <p:cNvSpPr txBox="1"/>
          <p:nvPr/>
        </p:nvSpPr>
        <p:spPr>
          <a:xfrm>
            <a:off x="497178" y="642116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P2000DL45X168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6B82BB-2C2F-3660-1F09-7260B4738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778" y="2480901"/>
            <a:ext cx="2691856" cy="21660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2AFBE0-A8E2-26F8-04D4-34A6287C9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22" y="1712665"/>
            <a:ext cx="6412446" cy="1880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A3AE4F-EFD7-0FD4-0B76-07CBBF26F5A8}"/>
              </a:ext>
            </a:extLst>
          </p:cNvPr>
          <p:cNvSpPr/>
          <p:nvPr/>
        </p:nvSpPr>
        <p:spPr>
          <a:xfrm>
            <a:off x="530168" y="1970921"/>
            <a:ext cx="6445700" cy="1234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7C9F0-829C-BFE5-2D08-55C5C95F4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22" y="3563930"/>
            <a:ext cx="6418162" cy="222321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0153EF-5E31-B8D1-12B8-A1D50FA1B6BC}"/>
              </a:ext>
            </a:extLst>
          </p:cNvPr>
          <p:cNvSpPr/>
          <p:nvPr/>
        </p:nvSpPr>
        <p:spPr>
          <a:xfrm>
            <a:off x="563422" y="5131047"/>
            <a:ext cx="6445700" cy="341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E1B74-0199-91B2-47AA-BAD21CADD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78" y="5941320"/>
            <a:ext cx="6578187" cy="4057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EC7CEA-A432-28DA-D2F6-66837166781E}"/>
              </a:ext>
            </a:extLst>
          </p:cNvPr>
          <p:cNvSpPr/>
          <p:nvPr/>
        </p:nvSpPr>
        <p:spPr>
          <a:xfrm>
            <a:off x="546795" y="5953021"/>
            <a:ext cx="6445700" cy="341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Google Shape;70;p2">
            <a:extLst>
              <a:ext uri="{FF2B5EF4-FFF2-40B4-BE49-F238E27FC236}">
                <a16:creationId xmlns:a16="http://schemas.microsoft.com/office/drawing/2014/main" id="{DC7421CC-3300-3642-3722-B5DDA4123D39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Relevant data from IGBT data sheet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3890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electronic device with silver and gold metal parts&#10;&#10;AI-generated content may be incorrect.">
            <a:extLst>
              <a:ext uri="{FF2B5EF4-FFF2-40B4-BE49-F238E27FC236}">
                <a16:creationId xmlns:a16="http://schemas.microsoft.com/office/drawing/2014/main" id="{7A2D39B4-E6F6-0A67-7D59-785D32102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4" t="8342" r="3539" b="8036"/>
          <a:stretch/>
        </p:blipFill>
        <p:spPr>
          <a:xfrm>
            <a:off x="572042" y="2925139"/>
            <a:ext cx="1906242" cy="15037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6413ED-1F4E-F7D2-9455-5A41FC2DF22E}"/>
              </a:ext>
            </a:extLst>
          </p:cNvPr>
          <p:cNvSpPr txBox="1"/>
          <p:nvPr/>
        </p:nvSpPr>
        <p:spPr>
          <a:xfrm>
            <a:off x="385693" y="4688888"/>
            <a:ext cx="22578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infineon.com</a:t>
            </a:r>
          </a:p>
        </p:txBody>
      </p:sp>
      <p:cxnSp>
        <p:nvCxnSpPr>
          <p:cNvPr id="8" name="Gerade Verbindung 8">
            <a:extLst>
              <a:ext uri="{FF2B5EF4-FFF2-40B4-BE49-F238E27FC236}">
                <a16:creationId xmlns:a16="http://schemas.microsoft.com/office/drawing/2014/main" id="{825CF132-0BA3-2908-3E15-E44CBEDA0911}"/>
              </a:ext>
            </a:extLst>
          </p:cNvPr>
          <p:cNvCxnSpPr/>
          <p:nvPr/>
        </p:nvCxnSpPr>
        <p:spPr bwMode="auto">
          <a:xfrm>
            <a:off x="3067120" y="3642357"/>
            <a:ext cx="810883" cy="0"/>
          </a:xfrm>
          <a:prstGeom prst="line">
            <a:avLst/>
          </a:prstGeom>
          <a:solidFill>
            <a:schemeClr val="tx2"/>
          </a:solidFill>
          <a:ln w="38100" cap="flat" cmpd="sng" algn="ctr">
            <a:solidFill>
              <a:srgbClr val="4D217A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AA0FC6D-2B78-F748-61C3-6EF2ED00B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244" y="1525514"/>
            <a:ext cx="6577373" cy="37182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0886C8-884F-D37E-486B-22C98C11451F}"/>
              </a:ext>
            </a:extLst>
          </p:cNvPr>
          <p:cNvSpPr txBox="1"/>
          <p:nvPr/>
        </p:nvSpPr>
        <p:spPr>
          <a:xfrm>
            <a:off x="4909244" y="5332486"/>
            <a:ext cx="622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HVDC VALVES Power Electronics for HVDC Schemes</a:t>
            </a:r>
            <a:endParaRPr lang="en-DE" dirty="0"/>
          </a:p>
          <a:p>
            <a:r>
              <a:rPr lang="en-US" dirty="0"/>
              <a:t>2019, General Electric Company</a:t>
            </a:r>
          </a:p>
        </p:txBody>
      </p:sp>
    </p:spTree>
    <p:extLst>
      <p:ext uri="{BB962C8B-B14F-4D97-AF65-F5344CB8AC3E}">
        <p14:creationId xmlns:p14="http://schemas.microsoft.com/office/powerpoint/2010/main" val="1247094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8656-82CB-71B6-94D6-0688B6C0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1E89D0-34A3-7080-3936-BA2911CB8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37" y="1931177"/>
            <a:ext cx="4158029" cy="3925179"/>
          </a:xfrm>
          <a:prstGeom prst="rect">
            <a:avLst/>
          </a:prstGeom>
        </p:spPr>
      </p:pic>
      <p:pic>
        <p:nvPicPr>
          <p:cNvPr id="4" name="Picture 3" descr="A large white metal structure&#10;&#10;Description automatically generated with medium confidence">
            <a:extLst>
              <a:ext uri="{FF2B5EF4-FFF2-40B4-BE49-F238E27FC236}">
                <a16:creationId xmlns:a16="http://schemas.microsoft.com/office/drawing/2014/main" id="{4194979E-2584-2FEC-9BA1-0AB9AD03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250" y="1051767"/>
            <a:ext cx="5180662" cy="2023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D7F7D4-087A-43AA-0AFC-664A9A5DC1FA}"/>
              </a:ext>
            </a:extLst>
          </p:cNvPr>
          <p:cNvSpPr txBox="1"/>
          <p:nvPr/>
        </p:nvSpPr>
        <p:spPr>
          <a:xfrm>
            <a:off x="5985312" y="3075463"/>
            <a:ext cx="5673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https://www.hitachienergy.com/ca/fr/news/press-releases/2021/12/hitachi-energy-wins-major-contract-for-the-first-of-its-kind-sub-sea-power-transmission-network-in-the-mena-region-advancing-a-sustainable-energy-future-for-abu-dhabi</a:t>
            </a:r>
          </a:p>
        </p:txBody>
      </p:sp>
      <p:pic>
        <p:nvPicPr>
          <p:cNvPr id="6" name="Picture 5" descr="A large warehouse with blue metal structures&#10;&#10;Description automatically generated with medium confidence">
            <a:extLst>
              <a:ext uri="{FF2B5EF4-FFF2-40B4-BE49-F238E27FC236}">
                <a16:creationId xmlns:a16="http://schemas.microsoft.com/office/drawing/2014/main" id="{04F4B9F1-72D6-621F-4A43-FDF32A150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54" y="3542187"/>
            <a:ext cx="3481303" cy="2952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069509-8451-ED5F-3508-3653B8B4FD61}"/>
              </a:ext>
            </a:extLst>
          </p:cNvPr>
          <p:cNvSpPr txBox="1"/>
          <p:nvPr/>
        </p:nvSpPr>
        <p:spPr>
          <a:xfrm>
            <a:off x="6571219" y="6494965"/>
            <a:ext cx="34310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https://www.ge.com/news/taxonomy/term/6426</a:t>
            </a:r>
          </a:p>
        </p:txBody>
      </p:sp>
    </p:spTree>
    <p:extLst>
      <p:ext uri="{BB962C8B-B14F-4D97-AF65-F5344CB8AC3E}">
        <p14:creationId xmlns:p14="http://schemas.microsoft.com/office/powerpoint/2010/main" val="27932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493</Words>
  <Application>Microsoft Office PowerPoint</Application>
  <PresentationFormat>Widescreen</PresentationFormat>
  <Paragraphs>190</Paragraphs>
  <Slides>27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Wingdings</vt:lpstr>
      <vt:lpstr>Office Theme</vt:lpstr>
      <vt:lpstr>Equation</vt:lpstr>
      <vt:lpstr>Module 04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Martinec, Timothy J</dc:creator>
  <cp:lastModifiedBy>Starschich, Eugen</cp:lastModifiedBy>
  <cp:revision>3</cp:revision>
  <dcterms:created xsi:type="dcterms:W3CDTF">2023-06-22T15:25:22Z</dcterms:created>
  <dcterms:modified xsi:type="dcterms:W3CDTF">2025-10-03T09:55:16Z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C589C268-8DEE-4D59-8D5A-C35DC686A5A4</vt:lpwstr>
  </property>
  <property fmtid="{D5CDD505-2E9C-101B-9397-08002B2CF9AE}" pid="3" name="ArticulatePath">
    <vt:lpwstr>MGMT-330-01</vt:lpwstr>
  </property>
  <property fmtid="{D5CDD505-2E9C-101B-9397-08002B2CF9AE}" pid="4" name="MSIP_Label_36791f77-3d39-4d72-9277-ac879ec799ed_Enabled">
    <vt:lpwstr>true</vt:lpwstr>
  </property>
  <property fmtid="{D5CDD505-2E9C-101B-9397-08002B2CF9AE}" pid="5" name="MSIP_Label_36791f77-3d39-4d72-9277-ac879ec799ed_SetDate">
    <vt:lpwstr>2025-03-27T22:55:25Z</vt:lpwstr>
  </property>
  <property fmtid="{D5CDD505-2E9C-101B-9397-08002B2CF9AE}" pid="6" name="MSIP_Label_36791f77-3d39-4d72-9277-ac879ec799ed_Method">
    <vt:lpwstr>Standard</vt:lpwstr>
  </property>
  <property fmtid="{D5CDD505-2E9C-101B-9397-08002B2CF9AE}" pid="7" name="MSIP_Label_36791f77-3d39-4d72-9277-ac879ec799ed_Name">
    <vt:lpwstr>restricted-default</vt:lpwstr>
  </property>
  <property fmtid="{D5CDD505-2E9C-101B-9397-08002B2CF9AE}" pid="8" name="MSIP_Label_36791f77-3d39-4d72-9277-ac879ec799ed_SiteId">
    <vt:lpwstr>254ba93e-1f6f-48f3-90e6-e2766664b477</vt:lpwstr>
  </property>
  <property fmtid="{D5CDD505-2E9C-101B-9397-08002B2CF9AE}" pid="9" name="MSIP_Label_36791f77-3d39-4d72-9277-ac879ec799ed_ActionId">
    <vt:lpwstr>b95c3f1c-1a69-4d46-8df3-4f1ad4cb0777</vt:lpwstr>
  </property>
  <property fmtid="{D5CDD505-2E9C-101B-9397-08002B2CF9AE}" pid="10" name="MSIP_Label_36791f77-3d39-4d72-9277-ac879ec799ed_ContentBits">
    <vt:lpwstr>0</vt:lpwstr>
  </property>
  <property fmtid="{D5CDD505-2E9C-101B-9397-08002B2CF9AE}" pid="11" name="MSIP_Label_36791f77-3d39-4d72-9277-ac879ec799ed_Tag">
    <vt:lpwstr>10, 3, 0, 1</vt:lpwstr>
  </property>
</Properties>
</file>