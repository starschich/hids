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86" r:id="rId3"/>
    <p:sldId id="301" r:id="rId4"/>
    <p:sldId id="302" r:id="rId5"/>
    <p:sldId id="300" r:id="rId6"/>
    <p:sldId id="305" r:id="rId7"/>
    <p:sldId id="304" r:id="rId8"/>
    <p:sldId id="310" r:id="rId9"/>
    <p:sldId id="309" r:id="rId10"/>
    <p:sldId id="307" r:id="rId11"/>
    <p:sldId id="308" r:id="rId12"/>
    <p:sldId id="311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tXTHQ+9EVec4HMWR7YFMipUpY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C30B5E-09D2-40D4-91DB-284B39752664}" v="20" dt="2025-09-12T02:09:49.6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75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arschich, Eugen" userId="26490f84-3a52-4393-8e46-f0cdfb6c1e50" providerId="ADAL" clId="{16C30B5E-09D2-40D4-91DB-284B39752664}"/>
    <pc:docChg chg="undo custSel addSld delSld modSld">
      <pc:chgData name="Starschich, Eugen" userId="26490f84-3a52-4393-8e46-f0cdfb6c1e50" providerId="ADAL" clId="{16C30B5E-09D2-40D4-91DB-284B39752664}" dt="2025-09-12T02:34:45.891" v="178" actId="20577"/>
      <pc:docMkLst>
        <pc:docMk/>
      </pc:docMkLst>
      <pc:sldChg chg="modSp mod">
        <pc:chgData name="Starschich, Eugen" userId="26490f84-3a52-4393-8e46-f0cdfb6c1e50" providerId="ADAL" clId="{16C30B5E-09D2-40D4-91DB-284B39752664}" dt="2025-09-12T02:01:00.218" v="0" actId="1036"/>
        <pc:sldMkLst>
          <pc:docMk/>
          <pc:sldMk cId="2021630519" sldId="300"/>
        </pc:sldMkLst>
        <pc:picChg chg="mod">
          <ac:chgData name="Starschich, Eugen" userId="26490f84-3a52-4393-8e46-f0cdfb6c1e50" providerId="ADAL" clId="{16C30B5E-09D2-40D4-91DB-284B39752664}" dt="2025-09-12T02:01:00.218" v="0" actId="1036"/>
          <ac:picMkLst>
            <pc:docMk/>
            <pc:sldMk cId="2021630519" sldId="300"/>
            <ac:picMk id="16" creationId="{F60BF135-6534-BAE2-CC57-3B84435B0774}"/>
          </ac:picMkLst>
        </pc:picChg>
      </pc:sldChg>
      <pc:sldChg chg="modSp mod">
        <pc:chgData name="Starschich, Eugen" userId="26490f84-3a52-4393-8e46-f0cdfb6c1e50" providerId="ADAL" clId="{16C30B5E-09D2-40D4-91DB-284B39752664}" dt="2025-09-12T02:33:19.387" v="176" actId="2164"/>
        <pc:sldMkLst>
          <pc:docMk/>
          <pc:sldMk cId="3542478885" sldId="304"/>
        </pc:sldMkLst>
        <pc:graphicFrameChg chg="mod modGraphic">
          <ac:chgData name="Starschich, Eugen" userId="26490f84-3a52-4393-8e46-f0cdfb6c1e50" providerId="ADAL" clId="{16C30B5E-09D2-40D4-91DB-284B39752664}" dt="2025-09-12T02:33:19.387" v="176" actId="2164"/>
          <ac:graphicFrameMkLst>
            <pc:docMk/>
            <pc:sldMk cId="3542478885" sldId="304"/>
            <ac:graphicFrameMk id="4" creationId="{286A3AC2-63CB-D8A8-60C2-7FFC4F50B25E}"/>
          </ac:graphicFrameMkLst>
        </pc:graphicFrameChg>
      </pc:sldChg>
      <pc:sldChg chg="modSp mod">
        <pc:chgData name="Starschich, Eugen" userId="26490f84-3a52-4393-8e46-f0cdfb6c1e50" providerId="ADAL" clId="{16C30B5E-09D2-40D4-91DB-284B39752664}" dt="2025-09-12T02:11:15.896" v="165" actId="14100"/>
        <pc:sldMkLst>
          <pc:docMk/>
          <pc:sldMk cId="3951922206" sldId="305"/>
        </pc:sldMkLst>
        <pc:spChg chg="mod">
          <ac:chgData name="Starschich, Eugen" userId="26490f84-3a52-4393-8e46-f0cdfb6c1e50" providerId="ADAL" clId="{16C30B5E-09D2-40D4-91DB-284B39752664}" dt="2025-09-12T02:11:15.896" v="165" actId="14100"/>
          <ac:spMkLst>
            <pc:docMk/>
            <pc:sldMk cId="3951922206" sldId="305"/>
            <ac:spMk id="2" creationId="{D88FEAFD-17EB-E848-A25A-EAB8B01E635A}"/>
          </ac:spMkLst>
        </pc:spChg>
      </pc:sldChg>
      <pc:sldChg chg="modSp mod">
        <pc:chgData name="Starschich, Eugen" userId="26490f84-3a52-4393-8e46-f0cdfb6c1e50" providerId="ADAL" clId="{16C30B5E-09D2-40D4-91DB-284B39752664}" dt="2025-09-12T02:34:45.891" v="178" actId="20577"/>
        <pc:sldMkLst>
          <pc:docMk/>
          <pc:sldMk cId="2240556455" sldId="309"/>
        </pc:sldMkLst>
        <pc:graphicFrameChg chg="mod modGraphic">
          <ac:chgData name="Starschich, Eugen" userId="26490f84-3a52-4393-8e46-f0cdfb6c1e50" providerId="ADAL" clId="{16C30B5E-09D2-40D4-91DB-284B39752664}" dt="2025-09-12T02:34:45.891" v="178" actId="20577"/>
          <ac:graphicFrameMkLst>
            <pc:docMk/>
            <pc:sldMk cId="2240556455" sldId="309"/>
            <ac:graphicFrameMk id="4" creationId="{AC5ACB07-2ADA-EB37-8AFC-0CF2EE52124C}"/>
          </ac:graphicFrameMkLst>
        </pc:graphicFrameChg>
      </pc:sldChg>
      <pc:sldChg chg="modSp mod">
        <pc:chgData name="Starschich, Eugen" userId="26490f84-3a52-4393-8e46-f0cdfb6c1e50" providerId="ADAL" clId="{16C30B5E-09D2-40D4-91DB-284B39752664}" dt="2025-09-12T02:33:10.025" v="175" actId="21"/>
        <pc:sldMkLst>
          <pc:docMk/>
          <pc:sldMk cId="136819856" sldId="310"/>
        </pc:sldMkLst>
        <pc:graphicFrameChg chg="mod modGraphic">
          <ac:chgData name="Starschich, Eugen" userId="26490f84-3a52-4393-8e46-f0cdfb6c1e50" providerId="ADAL" clId="{16C30B5E-09D2-40D4-91DB-284B39752664}" dt="2025-09-12T02:33:10.025" v="175" actId="21"/>
          <ac:graphicFrameMkLst>
            <pc:docMk/>
            <pc:sldMk cId="136819856" sldId="310"/>
            <ac:graphicFrameMk id="4" creationId="{3D8692EC-5F3C-9C92-5B39-FC30807723DD}"/>
          </ac:graphicFrameMkLst>
        </pc:graphicFrameChg>
      </pc:sldChg>
      <pc:sldChg chg="add del">
        <pc:chgData name="Starschich, Eugen" userId="26490f84-3a52-4393-8e46-f0cdfb6c1e50" providerId="ADAL" clId="{16C30B5E-09D2-40D4-91DB-284B39752664}" dt="2025-09-12T02:03:39.489" v="9"/>
        <pc:sldMkLst>
          <pc:docMk/>
          <pc:sldMk cId="1449853634" sldId="311"/>
        </pc:sldMkLst>
      </pc:sldChg>
      <pc:sldChg chg="addSp delSp modSp add mod">
        <pc:chgData name="Starschich, Eugen" userId="26490f84-3a52-4393-8e46-f0cdfb6c1e50" providerId="ADAL" clId="{16C30B5E-09D2-40D4-91DB-284B39752664}" dt="2025-09-12T02:08:35.978" v="155" actId="20577"/>
        <pc:sldMkLst>
          <pc:docMk/>
          <pc:sldMk cId="1760640595" sldId="311"/>
        </pc:sldMkLst>
        <pc:spChg chg="add mod">
          <ac:chgData name="Starschich, Eugen" userId="26490f84-3a52-4393-8e46-f0cdfb6c1e50" providerId="ADAL" clId="{16C30B5E-09D2-40D4-91DB-284B39752664}" dt="2025-09-12T02:08:35.978" v="155" actId="20577"/>
          <ac:spMkLst>
            <pc:docMk/>
            <pc:sldMk cId="1760640595" sldId="311"/>
            <ac:spMk id="2" creationId="{51E4FF97-E766-1293-14ED-B77C14A9A2C7}"/>
          </ac:spMkLst>
        </pc:spChg>
        <pc:spChg chg="del">
          <ac:chgData name="Starschich, Eugen" userId="26490f84-3a52-4393-8e46-f0cdfb6c1e50" providerId="ADAL" clId="{16C30B5E-09D2-40D4-91DB-284B39752664}" dt="2025-09-12T02:03:58.161" v="26" actId="478"/>
          <ac:spMkLst>
            <pc:docMk/>
            <pc:sldMk cId="1760640595" sldId="311"/>
            <ac:spMk id="8" creationId="{36E2DF55-33AA-4064-D530-2098BF7C4368}"/>
          </ac:spMkLst>
        </pc:spChg>
        <pc:spChg chg="del">
          <ac:chgData name="Starschich, Eugen" userId="26490f84-3a52-4393-8e46-f0cdfb6c1e50" providerId="ADAL" clId="{16C30B5E-09D2-40D4-91DB-284B39752664}" dt="2025-09-12T02:03:58.161" v="26" actId="478"/>
          <ac:spMkLst>
            <pc:docMk/>
            <pc:sldMk cId="1760640595" sldId="311"/>
            <ac:spMk id="14" creationId="{3159086B-5C03-5E17-D32C-A52D06C39E8D}"/>
          </ac:spMkLst>
        </pc:spChg>
        <pc:spChg chg="del">
          <ac:chgData name="Starschich, Eugen" userId="26490f84-3a52-4393-8e46-f0cdfb6c1e50" providerId="ADAL" clId="{16C30B5E-09D2-40D4-91DB-284B39752664}" dt="2025-09-12T02:03:58.161" v="26" actId="478"/>
          <ac:spMkLst>
            <pc:docMk/>
            <pc:sldMk cId="1760640595" sldId="311"/>
            <ac:spMk id="22" creationId="{ABC93F11-AFB6-2803-5D55-C9FB9B0FC8D0}"/>
          </ac:spMkLst>
        </pc:spChg>
        <pc:spChg chg="del">
          <ac:chgData name="Starschich, Eugen" userId="26490f84-3a52-4393-8e46-f0cdfb6c1e50" providerId="ADAL" clId="{16C30B5E-09D2-40D4-91DB-284B39752664}" dt="2025-09-12T02:03:58.161" v="26" actId="478"/>
          <ac:spMkLst>
            <pc:docMk/>
            <pc:sldMk cId="1760640595" sldId="311"/>
            <ac:spMk id="23" creationId="{EB331B45-0343-E1DA-5854-78A15A7EF477}"/>
          </ac:spMkLst>
        </pc:spChg>
        <pc:spChg chg="mod">
          <ac:chgData name="Starschich, Eugen" userId="26490f84-3a52-4393-8e46-f0cdfb6c1e50" providerId="ADAL" clId="{16C30B5E-09D2-40D4-91DB-284B39752664}" dt="2025-09-12T02:03:51.250" v="25" actId="20577"/>
          <ac:spMkLst>
            <pc:docMk/>
            <pc:sldMk cId="1760640595" sldId="311"/>
            <ac:spMk id="70" creationId="{77586036-3FBC-CA65-1AEA-C54BE72375F0}"/>
          </ac:spMkLst>
        </pc:spChg>
        <pc:graphicFrameChg chg="add del mod">
          <ac:chgData name="Starschich, Eugen" userId="26490f84-3a52-4393-8e46-f0cdfb6c1e50" providerId="ADAL" clId="{16C30B5E-09D2-40D4-91DB-284B39752664}" dt="2025-09-12T02:05:30.058" v="74"/>
          <ac:graphicFrameMkLst>
            <pc:docMk/>
            <pc:sldMk cId="1760640595" sldId="311"/>
            <ac:graphicFrameMk id="3" creationId="{1E0BACF8-9B3F-E591-AAE9-380B216B7D6C}"/>
          </ac:graphicFrameMkLst>
        </pc:graphicFrameChg>
        <pc:graphicFrameChg chg="add del mod">
          <ac:chgData name="Starschich, Eugen" userId="26490f84-3a52-4393-8e46-f0cdfb6c1e50" providerId="ADAL" clId="{16C30B5E-09D2-40D4-91DB-284B39752664}" dt="2025-09-12T02:06:19.320" v="99"/>
          <ac:graphicFrameMkLst>
            <pc:docMk/>
            <pc:sldMk cId="1760640595" sldId="311"/>
            <ac:graphicFrameMk id="4" creationId="{DACD09E6-8734-5E91-C709-F5E37A1F5178}"/>
          </ac:graphicFrameMkLst>
        </pc:graphicFrameChg>
        <pc:graphicFrameChg chg="add del mod">
          <ac:chgData name="Starschich, Eugen" userId="26490f84-3a52-4393-8e46-f0cdfb6c1e50" providerId="ADAL" clId="{16C30B5E-09D2-40D4-91DB-284B39752664}" dt="2025-09-12T02:07:04.736" v="143"/>
          <ac:graphicFrameMkLst>
            <pc:docMk/>
            <pc:sldMk cId="1760640595" sldId="311"/>
            <ac:graphicFrameMk id="5" creationId="{A6B38003-331A-8BCF-1652-B540BF97CC77}"/>
          </ac:graphicFrameMkLst>
        </pc:graphicFrameChg>
        <pc:graphicFrameChg chg="add del mod">
          <ac:chgData name="Starschich, Eugen" userId="26490f84-3a52-4393-8e46-f0cdfb6c1e50" providerId="ADAL" clId="{16C30B5E-09D2-40D4-91DB-284B39752664}" dt="2025-09-12T02:08:02.896" v="150"/>
          <ac:graphicFrameMkLst>
            <pc:docMk/>
            <pc:sldMk cId="1760640595" sldId="311"/>
            <ac:graphicFrameMk id="6" creationId="{3DBD1FCC-3B3D-C481-F208-8181A67D681D}"/>
          </ac:graphicFrameMkLst>
        </pc:graphicFrameChg>
        <pc:picChg chg="del">
          <ac:chgData name="Starschich, Eugen" userId="26490f84-3a52-4393-8e46-f0cdfb6c1e50" providerId="ADAL" clId="{16C30B5E-09D2-40D4-91DB-284B39752664}" dt="2025-09-12T02:03:58.161" v="26" actId="478"/>
          <ac:picMkLst>
            <pc:docMk/>
            <pc:sldMk cId="1760640595" sldId="311"/>
            <ac:picMk id="12" creationId="{B98614B3-0C40-61B4-122A-D1DC374F8269}"/>
          </ac:picMkLst>
        </pc:picChg>
        <pc:picChg chg="del">
          <ac:chgData name="Starschich, Eugen" userId="26490f84-3a52-4393-8e46-f0cdfb6c1e50" providerId="ADAL" clId="{16C30B5E-09D2-40D4-91DB-284B39752664}" dt="2025-09-12T02:03:58.161" v="26" actId="478"/>
          <ac:picMkLst>
            <pc:docMk/>
            <pc:sldMk cId="1760640595" sldId="311"/>
            <ac:picMk id="15" creationId="{453F2E15-5E75-625B-E2B7-A9DC75BE5E12}"/>
          </ac:picMkLst>
        </pc:picChg>
        <pc:picChg chg="del">
          <ac:chgData name="Starschich, Eugen" userId="26490f84-3a52-4393-8e46-f0cdfb6c1e50" providerId="ADAL" clId="{16C30B5E-09D2-40D4-91DB-284B39752664}" dt="2025-09-12T02:03:58.161" v="26" actId="478"/>
          <ac:picMkLst>
            <pc:docMk/>
            <pc:sldMk cId="1760640595" sldId="311"/>
            <ac:picMk id="17" creationId="{E9709280-2D46-E736-6C45-2DF0929D0C0D}"/>
          </ac:picMkLst>
        </pc:picChg>
        <pc:picChg chg="del">
          <ac:chgData name="Starschich, Eugen" userId="26490f84-3a52-4393-8e46-f0cdfb6c1e50" providerId="ADAL" clId="{16C30B5E-09D2-40D4-91DB-284B39752664}" dt="2025-09-12T02:03:58.161" v="26" actId="478"/>
          <ac:picMkLst>
            <pc:docMk/>
            <pc:sldMk cId="1760640595" sldId="311"/>
            <ac:picMk id="19" creationId="{645E2DB6-4123-4823-9F2F-FB0CF17C10A3}"/>
          </ac:picMkLst>
        </pc:picChg>
        <pc:picChg chg="del">
          <ac:chgData name="Starschich, Eugen" userId="26490f84-3a52-4393-8e46-f0cdfb6c1e50" providerId="ADAL" clId="{16C30B5E-09D2-40D4-91DB-284B39752664}" dt="2025-09-12T02:03:58.161" v="26" actId="478"/>
          <ac:picMkLst>
            <pc:docMk/>
            <pc:sldMk cId="1760640595" sldId="311"/>
            <ac:picMk id="21" creationId="{BDEF0DDB-0268-A6D4-CBEA-D10F136409FE}"/>
          </ac:picMkLst>
        </pc:picChg>
      </pc:sldChg>
    </pc:docChg>
  </pc:docChgLst>
  <pc:docChgLst>
    <pc:chgData name="Starschich, Eugen" userId="26490f84-3a52-4393-8e46-f0cdfb6c1e50" providerId="ADAL" clId="{3FAF6998-572C-4A0D-B157-C645D518B3FF}"/>
    <pc:docChg chg="undo custSel addSld delSld modSld sldOrd modMainMaster">
      <pc:chgData name="Starschich, Eugen" userId="26490f84-3a52-4393-8e46-f0cdfb6c1e50" providerId="ADAL" clId="{3FAF6998-572C-4A0D-B157-C645D518B3FF}" dt="2025-03-28T05:02:18.372" v="2408" actId="1076"/>
      <pc:docMkLst>
        <pc:docMk/>
      </pc:docMkLst>
      <pc:sldChg chg="modSp mod">
        <pc:chgData name="Starschich, Eugen" userId="26490f84-3a52-4393-8e46-f0cdfb6c1e50" providerId="ADAL" clId="{3FAF6998-572C-4A0D-B157-C645D518B3FF}" dt="2025-03-27T22:55:56.646" v="20"/>
        <pc:sldMkLst>
          <pc:docMk/>
          <pc:sldMk cId="0" sldId="256"/>
        </pc:sldMkLst>
      </pc:sldChg>
      <pc:sldChg chg="addSp modSp mod">
        <pc:chgData name="Starschich, Eugen" userId="26490f84-3a52-4393-8e46-f0cdfb6c1e50" providerId="ADAL" clId="{3FAF6998-572C-4A0D-B157-C645D518B3FF}" dt="2025-03-27T23:18:17.420" v="159" actId="14100"/>
        <pc:sldMkLst>
          <pc:docMk/>
          <pc:sldMk cId="0" sldId="257"/>
        </pc:sldMkLst>
      </pc:sldChg>
      <pc:sldChg chg="del">
        <pc:chgData name="Starschich, Eugen" userId="26490f84-3a52-4393-8e46-f0cdfb6c1e50" providerId="ADAL" clId="{3FAF6998-572C-4A0D-B157-C645D518B3FF}" dt="2025-03-28T03:23:37.817" v="1494" actId="47"/>
        <pc:sldMkLst>
          <pc:docMk/>
          <pc:sldMk cId="0" sldId="258"/>
        </pc:sldMkLst>
      </pc:sldChg>
      <pc:sldChg chg="del">
        <pc:chgData name="Starschich, Eugen" userId="26490f84-3a52-4393-8e46-f0cdfb6c1e50" providerId="ADAL" clId="{3FAF6998-572C-4A0D-B157-C645D518B3FF}" dt="2025-03-28T03:23:37.817" v="1494" actId="47"/>
        <pc:sldMkLst>
          <pc:docMk/>
          <pc:sldMk cId="0" sldId="259"/>
        </pc:sldMkLst>
      </pc:sldChg>
      <pc:sldChg chg="del">
        <pc:chgData name="Starschich, Eugen" userId="26490f84-3a52-4393-8e46-f0cdfb6c1e50" providerId="ADAL" clId="{3FAF6998-572C-4A0D-B157-C645D518B3FF}" dt="2025-03-28T03:23:37.817" v="1494" actId="47"/>
        <pc:sldMkLst>
          <pc:docMk/>
          <pc:sldMk cId="0" sldId="260"/>
        </pc:sldMkLst>
      </pc:sldChg>
      <pc:sldChg chg="del">
        <pc:chgData name="Starschich, Eugen" userId="26490f84-3a52-4393-8e46-f0cdfb6c1e50" providerId="ADAL" clId="{3FAF6998-572C-4A0D-B157-C645D518B3FF}" dt="2025-03-28T03:23:37.817" v="1494" actId="47"/>
        <pc:sldMkLst>
          <pc:docMk/>
          <pc:sldMk cId="0" sldId="261"/>
        </pc:sldMkLst>
      </pc:sldChg>
      <pc:sldChg chg="del">
        <pc:chgData name="Starschich, Eugen" userId="26490f84-3a52-4393-8e46-f0cdfb6c1e50" providerId="ADAL" clId="{3FAF6998-572C-4A0D-B157-C645D518B3FF}" dt="2025-03-28T03:23:37.817" v="1494" actId="47"/>
        <pc:sldMkLst>
          <pc:docMk/>
          <pc:sldMk cId="0" sldId="262"/>
        </pc:sldMkLst>
      </pc:sldChg>
      <pc:sldChg chg="addSp delSp modSp add mod">
        <pc:chgData name="Starschich, Eugen" userId="26490f84-3a52-4393-8e46-f0cdfb6c1e50" providerId="ADAL" clId="{3FAF6998-572C-4A0D-B157-C645D518B3FF}" dt="2025-03-27T23:56:39.396" v="736" actId="1038"/>
        <pc:sldMkLst>
          <pc:docMk/>
          <pc:sldMk cId="3484829612" sldId="263"/>
        </pc:sldMkLst>
      </pc:sldChg>
      <pc:sldChg chg="addSp delSp modSp add mod">
        <pc:chgData name="Starschich, Eugen" userId="26490f84-3a52-4393-8e46-f0cdfb6c1e50" providerId="ADAL" clId="{3FAF6998-572C-4A0D-B157-C645D518B3FF}" dt="2025-03-27T23:35:13.928" v="421" actId="113"/>
        <pc:sldMkLst>
          <pc:docMk/>
          <pc:sldMk cId="2553018149" sldId="264"/>
        </pc:sldMkLst>
      </pc:sldChg>
      <pc:sldChg chg="addSp delSp modSp add mod ord">
        <pc:chgData name="Starschich, Eugen" userId="26490f84-3a52-4393-8e46-f0cdfb6c1e50" providerId="ADAL" clId="{3FAF6998-572C-4A0D-B157-C645D518B3FF}" dt="2025-03-27T23:55:16.898" v="641" actId="1076"/>
        <pc:sldMkLst>
          <pc:docMk/>
          <pc:sldMk cId="766552979" sldId="265"/>
        </pc:sldMkLst>
      </pc:sldChg>
      <pc:sldChg chg="addSp delSp modSp add mod">
        <pc:chgData name="Starschich, Eugen" userId="26490f84-3a52-4393-8e46-f0cdfb6c1e50" providerId="ADAL" clId="{3FAF6998-572C-4A0D-B157-C645D518B3FF}" dt="2025-03-28T00:01:39.011" v="1105" actId="20577"/>
        <pc:sldMkLst>
          <pc:docMk/>
          <pc:sldMk cId="4051034225" sldId="266"/>
        </pc:sldMkLst>
      </pc:sldChg>
      <pc:sldChg chg="addSp delSp modSp add mod">
        <pc:chgData name="Starschich, Eugen" userId="26490f84-3a52-4393-8e46-f0cdfb6c1e50" providerId="ADAL" clId="{3FAF6998-572C-4A0D-B157-C645D518B3FF}" dt="2025-03-28T03:03:21.150" v="1313" actId="27636"/>
        <pc:sldMkLst>
          <pc:docMk/>
          <pc:sldMk cId="1319213325" sldId="267"/>
        </pc:sldMkLst>
      </pc:sldChg>
      <pc:sldChg chg="addSp delSp modSp add mod">
        <pc:chgData name="Starschich, Eugen" userId="26490f84-3a52-4393-8e46-f0cdfb6c1e50" providerId="ADAL" clId="{3FAF6998-572C-4A0D-B157-C645D518B3FF}" dt="2025-03-28T03:05:21.061" v="1471" actId="20577"/>
        <pc:sldMkLst>
          <pc:docMk/>
          <pc:sldMk cId="2018364373" sldId="268"/>
        </pc:sldMkLst>
      </pc:sldChg>
      <pc:sldChg chg="addSp delSp modSp add mod">
        <pc:chgData name="Starschich, Eugen" userId="26490f84-3a52-4393-8e46-f0cdfb6c1e50" providerId="ADAL" clId="{3FAF6998-572C-4A0D-B157-C645D518B3FF}" dt="2025-03-28T03:22:18.015" v="1493" actId="1076"/>
        <pc:sldMkLst>
          <pc:docMk/>
          <pc:sldMk cId="2076223451" sldId="269"/>
        </pc:sldMkLst>
      </pc:sldChg>
      <pc:sldChg chg="addSp delSp modSp add mod">
        <pc:chgData name="Starschich, Eugen" userId="26490f84-3a52-4393-8e46-f0cdfb6c1e50" providerId="ADAL" clId="{3FAF6998-572C-4A0D-B157-C645D518B3FF}" dt="2025-03-28T03:26:12.817" v="1535" actId="1076"/>
        <pc:sldMkLst>
          <pc:docMk/>
          <pc:sldMk cId="2958086802" sldId="270"/>
        </pc:sldMkLst>
      </pc:sldChg>
      <pc:sldChg chg="addSp delSp modSp add mod">
        <pc:chgData name="Starschich, Eugen" userId="26490f84-3a52-4393-8e46-f0cdfb6c1e50" providerId="ADAL" clId="{3FAF6998-572C-4A0D-B157-C645D518B3FF}" dt="2025-03-28T03:30:26.298" v="1620" actId="1035"/>
        <pc:sldMkLst>
          <pc:docMk/>
          <pc:sldMk cId="1445034717" sldId="271"/>
        </pc:sldMkLst>
      </pc:sldChg>
      <pc:sldChg chg="addSp delSp modSp add mod">
        <pc:chgData name="Starschich, Eugen" userId="26490f84-3a52-4393-8e46-f0cdfb6c1e50" providerId="ADAL" clId="{3FAF6998-572C-4A0D-B157-C645D518B3FF}" dt="2025-03-28T03:31:14.727" v="1648" actId="1076"/>
        <pc:sldMkLst>
          <pc:docMk/>
          <pc:sldMk cId="4263109236" sldId="272"/>
        </pc:sldMkLst>
      </pc:sldChg>
      <pc:sldChg chg="addSp delSp modSp add mod ord">
        <pc:chgData name="Starschich, Eugen" userId="26490f84-3a52-4393-8e46-f0cdfb6c1e50" providerId="ADAL" clId="{3FAF6998-572C-4A0D-B157-C645D518B3FF}" dt="2025-03-28T03:36:30.531" v="1854" actId="20577"/>
        <pc:sldMkLst>
          <pc:docMk/>
          <pc:sldMk cId="853819414" sldId="273"/>
        </pc:sldMkLst>
      </pc:sldChg>
      <pc:sldChg chg="addSp delSp modSp add mod">
        <pc:chgData name="Starschich, Eugen" userId="26490f84-3a52-4393-8e46-f0cdfb6c1e50" providerId="ADAL" clId="{3FAF6998-572C-4A0D-B157-C645D518B3FF}" dt="2025-03-28T03:42:40.414" v="1891" actId="1076"/>
        <pc:sldMkLst>
          <pc:docMk/>
          <pc:sldMk cId="3096501966" sldId="274"/>
        </pc:sldMkLst>
      </pc:sldChg>
      <pc:sldChg chg="addSp modSp new mod ord">
        <pc:chgData name="Starschich, Eugen" userId="26490f84-3a52-4393-8e46-f0cdfb6c1e50" providerId="ADAL" clId="{3FAF6998-572C-4A0D-B157-C645D518B3FF}" dt="2025-03-28T03:45:29.412" v="1924"/>
        <pc:sldMkLst>
          <pc:docMk/>
          <pc:sldMk cId="4153037725" sldId="275"/>
        </pc:sldMkLst>
      </pc:sldChg>
      <pc:sldChg chg="addSp delSp modSp add mod">
        <pc:chgData name="Starschich, Eugen" userId="26490f84-3a52-4393-8e46-f0cdfb6c1e50" providerId="ADAL" clId="{3FAF6998-572C-4A0D-B157-C645D518B3FF}" dt="2025-03-28T03:48:07.028" v="1948" actId="20577"/>
        <pc:sldMkLst>
          <pc:docMk/>
          <pc:sldMk cId="805514049" sldId="276"/>
        </pc:sldMkLst>
      </pc:sldChg>
      <pc:sldChg chg="addSp delSp modSp add mod">
        <pc:chgData name="Starschich, Eugen" userId="26490f84-3a52-4393-8e46-f0cdfb6c1e50" providerId="ADAL" clId="{3FAF6998-572C-4A0D-B157-C645D518B3FF}" dt="2025-03-28T03:51:33.786" v="1959"/>
        <pc:sldMkLst>
          <pc:docMk/>
          <pc:sldMk cId="3591809553" sldId="277"/>
        </pc:sldMkLst>
      </pc:sldChg>
      <pc:sldChg chg="delSp add del mod">
        <pc:chgData name="Starschich, Eugen" userId="26490f84-3a52-4393-8e46-f0cdfb6c1e50" providerId="ADAL" clId="{3FAF6998-572C-4A0D-B157-C645D518B3FF}" dt="2025-03-28T03:54:13.771" v="1999" actId="47"/>
        <pc:sldMkLst>
          <pc:docMk/>
          <pc:sldMk cId="4123278940" sldId="278"/>
        </pc:sldMkLst>
      </pc:sldChg>
      <pc:sldChg chg="addSp delSp modSp add mod">
        <pc:chgData name="Starschich, Eugen" userId="26490f84-3a52-4393-8e46-f0cdfb6c1e50" providerId="ADAL" clId="{3FAF6998-572C-4A0D-B157-C645D518B3FF}" dt="2025-03-28T03:54:04.768" v="1998" actId="1076"/>
        <pc:sldMkLst>
          <pc:docMk/>
          <pc:sldMk cId="4029490452" sldId="279"/>
        </pc:sldMkLst>
      </pc:sldChg>
      <pc:sldChg chg="addSp delSp modSp add mod">
        <pc:chgData name="Starschich, Eugen" userId="26490f84-3a52-4393-8e46-f0cdfb6c1e50" providerId="ADAL" clId="{3FAF6998-572C-4A0D-B157-C645D518B3FF}" dt="2025-03-28T04:11:49.832" v="2273" actId="1076"/>
        <pc:sldMkLst>
          <pc:docMk/>
          <pc:sldMk cId="3468657621" sldId="280"/>
        </pc:sldMkLst>
      </pc:sldChg>
      <pc:sldChg chg="addSp delSp modSp add mod">
        <pc:chgData name="Starschich, Eugen" userId="26490f84-3a52-4393-8e46-f0cdfb6c1e50" providerId="ADAL" clId="{3FAF6998-572C-4A0D-B157-C645D518B3FF}" dt="2025-03-28T04:13:24.956" v="2290" actId="113"/>
        <pc:sldMkLst>
          <pc:docMk/>
          <pc:sldMk cId="2806519172" sldId="281"/>
        </pc:sldMkLst>
      </pc:sldChg>
      <pc:sldChg chg="addSp delSp modSp add mod">
        <pc:chgData name="Starschich, Eugen" userId="26490f84-3a52-4393-8e46-f0cdfb6c1e50" providerId="ADAL" clId="{3FAF6998-572C-4A0D-B157-C645D518B3FF}" dt="2025-03-28T04:15:05.619" v="2307" actId="122"/>
        <pc:sldMkLst>
          <pc:docMk/>
          <pc:sldMk cId="2738136966" sldId="282"/>
        </pc:sldMkLst>
      </pc:sldChg>
      <pc:sldChg chg="addSp modSp new mod">
        <pc:chgData name="Starschich, Eugen" userId="26490f84-3a52-4393-8e46-f0cdfb6c1e50" providerId="ADAL" clId="{3FAF6998-572C-4A0D-B157-C645D518B3FF}" dt="2025-03-28T04:18:46.708" v="2353" actId="20577"/>
        <pc:sldMkLst>
          <pc:docMk/>
          <pc:sldMk cId="2943890721" sldId="283"/>
        </pc:sldMkLst>
      </pc:sldChg>
      <pc:sldChg chg="addSp delSp modSp new mod">
        <pc:chgData name="Starschich, Eugen" userId="26490f84-3a52-4393-8e46-f0cdfb6c1e50" providerId="ADAL" clId="{3FAF6998-572C-4A0D-B157-C645D518B3FF}" dt="2025-03-28T05:02:18.372" v="2408" actId="1076"/>
        <pc:sldMkLst>
          <pc:docMk/>
          <pc:sldMk cId="1247094071" sldId="284"/>
        </pc:sldMkLst>
      </pc:sldChg>
      <pc:sldChg chg="addSp delSp modSp add mod">
        <pc:chgData name="Starschich, Eugen" userId="26490f84-3a52-4393-8e46-f0cdfb6c1e50" providerId="ADAL" clId="{3FAF6998-572C-4A0D-B157-C645D518B3FF}" dt="2025-03-28T04:58:14.925" v="2396" actId="1076"/>
        <pc:sldMkLst>
          <pc:docMk/>
          <pc:sldMk cId="279326134" sldId="285"/>
        </pc:sldMkLst>
      </pc:sldChg>
      <pc:sldMasterChg chg="modSp mod">
        <pc:chgData name="Starschich, Eugen" userId="26490f84-3a52-4393-8e46-f0cdfb6c1e50" providerId="ADAL" clId="{3FAF6998-572C-4A0D-B157-C645D518B3FF}" dt="2025-03-27T22:55:18.623" v="6" actId="20577"/>
        <pc:sldMasterMkLst>
          <pc:docMk/>
          <pc:sldMasterMk cId="0" sldId="2147483648"/>
        </pc:sldMasterMkLst>
      </pc:sldMasterChg>
    </pc:docChg>
  </pc:docChgLst>
  <pc:docChgLst>
    <pc:chgData name="Starschich, Eugen" userId="26490f84-3a52-4393-8e46-f0cdfb6c1e50" providerId="ADAL" clId="{8B674A5E-D4A3-4AC3-B8C5-817176CEBE2D}"/>
    <pc:docChg chg="undo custSel addSld delSld modSld sldOrd">
      <pc:chgData name="Starschich, Eugen" userId="26490f84-3a52-4393-8e46-f0cdfb6c1e50" providerId="ADAL" clId="{8B674A5E-D4A3-4AC3-B8C5-817176CEBE2D}" dt="2025-05-28T04:38:48.758" v="3222" actId="1076"/>
      <pc:docMkLst>
        <pc:docMk/>
      </pc:docMkLst>
      <pc:sldChg chg="modSp mod">
        <pc:chgData name="Starschich, Eugen" userId="26490f84-3a52-4393-8e46-f0cdfb6c1e50" providerId="ADAL" clId="{8B674A5E-D4A3-4AC3-B8C5-817176CEBE2D}" dt="2025-05-12T03:07:45.758" v="2"/>
        <pc:sldMkLst>
          <pc:docMk/>
          <pc:sldMk cId="0" sldId="256"/>
        </pc:sldMkLst>
      </pc:sldChg>
      <pc:sldChg chg="del">
        <pc:chgData name="Starschich, Eugen" userId="26490f84-3a52-4393-8e46-f0cdfb6c1e50" providerId="ADAL" clId="{8B674A5E-D4A3-4AC3-B8C5-817176CEBE2D}" dt="2025-05-12T04:19:38.876" v="342" actId="47"/>
        <pc:sldMkLst>
          <pc:docMk/>
          <pc:sldMk cId="0" sldId="257"/>
        </pc:sldMkLst>
      </pc:sldChg>
      <pc:sldChg chg="del">
        <pc:chgData name="Starschich, Eugen" userId="26490f84-3a52-4393-8e46-f0cdfb6c1e50" providerId="ADAL" clId="{8B674A5E-D4A3-4AC3-B8C5-817176CEBE2D}" dt="2025-05-12T04:19:38.876" v="342" actId="47"/>
        <pc:sldMkLst>
          <pc:docMk/>
          <pc:sldMk cId="3484829612" sldId="263"/>
        </pc:sldMkLst>
      </pc:sldChg>
      <pc:sldChg chg="del">
        <pc:chgData name="Starschich, Eugen" userId="26490f84-3a52-4393-8e46-f0cdfb6c1e50" providerId="ADAL" clId="{8B674A5E-D4A3-4AC3-B8C5-817176CEBE2D}" dt="2025-05-12T04:19:38.876" v="342" actId="47"/>
        <pc:sldMkLst>
          <pc:docMk/>
          <pc:sldMk cId="2553018149" sldId="264"/>
        </pc:sldMkLst>
      </pc:sldChg>
      <pc:sldChg chg="del">
        <pc:chgData name="Starschich, Eugen" userId="26490f84-3a52-4393-8e46-f0cdfb6c1e50" providerId="ADAL" clId="{8B674A5E-D4A3-4AC3-B8C5-817176CEBE2D}" dt="2025-05-12T04:19:38.876" v="342" actId="47"/>
        <pc:sldMkLst>
          <pc:docMk/>
          <pc:sldMk cId="766552979" sldId="265"/>
        </pc:sldMkLst>
      </pc:sldChg>
      <pc:sldChg chg="del">
        <pc:chgData name="Starschich, Eugen" userId="26490f84-3a52-4393-8e46-f0cdfb6c1e50" providerId="ADAL" clId="{8B674A5E-D4A3-4AC3-B8C5-817176CEBE2D}" dt="2025-05-12T04:19:38.876" v="342" actId="47"/>
        <pc:sldMkLst>
          <pc:docMk/>
          <pc:sldMk cId="4051034225" sldId="266"/>
        </pc:sldMkLst>
      </pc:sldChg>
      <pc:sldChg chg="del">
        <pc:chgData name="Starschich, Eugen" userId="26490f84-3a52-4393-8e46-f0cdfb6c1e50" providerId="ADAL" clId="{8B674A5E-D4A3-4AC3-B8C5-817176CEBE2D}" dt="2025-05-12T04:19:38.876" v="342" actId="47"/>
        <pc:sldMkLst>
          <pc:docMk/>
          <pc:sldMk cId="1319213325" sldId="267"/>
        </pc:sldMkLst>
      </pc:sldChg>
      <pc:sldChg chg="addSp delSp modSp mod delAnim">
        <pc:chgData name="Starschich, Eugen" userId="26490f84-3a52-4393-8e46-f0cdfb6c1e50" providerId="ADAL" clId="{8B674A5E-D4A3-4AC3-B8C5-817176CEBE2D}" dt="2025-05-12T11:06:36.892" v="903" actId="20577"/>
        <pc:sldMkLst>
          <pc:docMk/>
          <pc:sldMk cId="3290292399" sldId="286"/>
        </pc:sldMkLst>
      </pc:sldChg>
      <pc:sldChg chg="del">
        <pc:chgData name="Starschich, Eugen" userId="26490f84-3a52-4393-8e46-f0cdfb6c1e50" providerId="ADAL" clId="{8B674A5E-D4A3-4AC3-B8C5-817176CEBE2D}" dt="2025-05-12T04:19:38.876" v="342" actId="47"/>
        <pc:sldMkLst>
          <pc:docMk/>
          <pc:sldMk cId="1197919005" sldId="287"/>
        </pc:sldMkLst>
      </pc:sldChg>
      <pc:sldChg chg="del">
        <pc:chgData name="Starschich, Eugen" userId="26490f84-3a52-4393-8e46-f0cdfb6c1e50" providerId="ADAL" clId="{8B674A5E-D4A3-4AC3-B8C5-817176CEBE2D}" dt="2025-05-12T04:19:38.876" v="342" actId="47"/>
        <pc:sldMkLst>
          <pc:docMk/>
          <pc:sldMk cId="1714569588" sldId="288"/>
        </pc:sldMkLst>
      </pc:sldChg>
      <pc:sldChg chg="del">
        <pc:chgData name="Starschich, Eugen" userId="26490f84-3a52-4393-8e46-f0cdfb6c1e50" providerId="ADAL" clId="{8B674A5E-D4A3-4AC3-B8C5-817176CEBE2D}" dt="2025-05-12T04:19:38.876" v="342" actId="47"/>
        <pc:sldMkLst>
          <pc:docMk/>
          <pc:sldMk cId="3087738694" sldId="289"/>
        </pc:sldMkLst>
      </pc:sldChg>
      <pc:sldChg chg="del">
        <pc:chgData name="Starschich, Eugen" userId="26490f84-3a52-4393-8e46-f0cdfb6c1e50" providerId="ADAL" clId="{8B674A5E-D4A3-4AC3-B8C5-817176CEBE2D}" dt="2025-05-12T04:19:38.876" v="342" actId="47"/>
        <pc:sldMkLst>
          <pc:docMk/>
          <pc:sldMk cId="3400923061" sldId="290"/>
        </pc:sldMkLst>
      </pc:sldChg>
      <pc:sldChg chg="del">
        <pc:chgData name="Starschich, Eugen" userId="26490f84-3a52-4393-8e46-f0cdfb6c1e50" providerId="ADAL" clId="{8B674A5E-D4A3-4AC3-B8C5-817176CEBE2D}" dt="2025-05-12T04:19:38.876" v="342" actId="47"/>
        <pc:sldMkLst>
          <pc:docMk/>
          <pc:sldMk cId="3282626994" sldId="291"/>
        </pc:sldMkLst>
      </pc:sldChg>
      <pc:sldChg chg="del">
        <pc:chgData name="Starschich, Eugen" userId="26490f84-3a52-4393-8e46-f0cdfb6c1e50" providerId="ADAL" clId="{8B674A5E-D4A3-4AC3-B8C5-817176CEBE2D}" dt="2025-05-12T04:19:38.876" v="342" actId="47"/>
        <pc:sldMkLst>
          <pc:docMk/>
          <pc:sldMk cId="1090506299" sldId="292"/>
        </pc:sldMkLst>
      </pc:sldChg>
      <pc:sldChg chg="del">
        <pc:chgData name="Starschich, Eugen" userId="26490f84-3a52-4393-8e46-f0cdfb6c1e50" providerId="ADAL" clId="{8B674A5E-D4A3-4AC3-B8C5-817176CEBE2D}" dt="2025-05-12T04:19:38.876" v="342" actId="47"/>
        <pc:sldMkLst>
          <pc:docMk/>
          <pc:sldMk cId="3372694430" sldId="293"/>
        </pc:sldMkLst>
      </pc:sldChg>
      <pc:sldChg chg="del">
        <pc:chgData name="Starschich, Eugen" userId="26490f84-3a52-4393-8e46-f0cdfb6c1e50" providerId="ADAL" clId="{8B674A5E-D4A3-4AC3-B8C5-817176CEBE2D}" dt="2025-05-12T04:19:38.876" v="342" actId="47"/>
        <pc:sldMkLst>
          <pc:docMk/>
          <pc:sldMk cId="1694324246" sldId="294"/>
        </pc:sldMkLst>
      </pc:sldChg>
      <pc:sldChg chg="del">
        <pc:chgData name="Starschich, Eugen" userId="26490f84-3a52-4393-8e46-f0cdfb6c1e50" providerId="ADAL" clId="{8B674A5E-D4A3-4AC3-B8C5-817176CEBE2D}" dt="2025-05-12T04:19:38.876" v="342" actId="47"/>
        <pc:sldMkLst>
          <pc:docMk/>
          <pc:sldMk cId="1630701365" sldId="295"/>
        </pc:sldMkLst>
      </pc:sldChg>
      <pc:sldChg chg="del">
        <pc:chgData name="Starschich, Eugen" userId="26490f84-3a52-4393-8e46-f0cdfb6c1e50" providerId="ADAL" clId="{8B674A5E-D4A3-4AC3-B8C5-817176CEBE2D}" dt="2025-05-12T04:19:38.876" v="342" actId="47"/>
        <pc:sldMkLst>
          <pc:docMk/>
          <pc:sldMk cId="994004056" sldId="296"/>
        </pc:sldMkLst>
      </pc:sldChg>
      <pc:sldChg chg="del">
        <pc:chgData name="Starschich, Eugen" userId="26490f84-3a52-4393-8e46-f0cdfb6c1e50" providerId="ADAL" clId="{8B674A5E-D4A3-4AC3-B8C5-817176CEBE2D}" dt="2025-05-12T04:19:38.876" v="342" actId="47"/>
        <pc:sldMkLst>
          <pc:docMk/>
          <pc:sldMk cId="2522212728" sldId="297"/>
        </pc:sldMkLst>
      </pc:sldChg>
      <pc:sldChg chg="del">
        <pc:chgData name="Starschich, Eugen" userId="26490f84-3a52-4393-8e46-f0cdfb6c1e50" providerId="ADAL" clId="{8B674A5E-D4A3-4AC3-B8C5-817176CEBE2D}" dt="2025-05-12T04:19:38.876" v="342" actId="47"/>
        <pc:sldMkLst>
          <pc:docMk/>
          <pc:sldMk cId="2796121340" sldId="298"/>
        </pc:sldMkLst>
      </pc:sldChg>
      <pc:sldChg chg="del">
        <pc:chgData name="Starschich, Eugen" userId="26490f84-3a52-4393-8e46-f0cdfb6c1e50" providerId="ADAL" clId="{8B674A5E-D4A3-4AC3-B8C5-817176CEBE2D}" dt="2025-05-12T12:08:48.835" v="1656" actId="47"/>
        <pc:sldMkLst>
          <pc:docMk/>
          <pc:sldMk cId="349434612" sldId="299"/>
        </pc:sldMkLst>
      </pc:sldChg>
      <pc:sldChg chg="add">
        <pc:chgData name="Starschich, Eugen" userId="26490f84-3a52-4393-8e46-f0cdfb6c1e50" providerId="ADAL" clId="{8B674A5E-D4A3-4AC3-B8C5-817176CEBE2D}" dt="2025-05-12T04:13:00.957" v="307"/>
        <pc:sldMkLst>
          <pc:docMk/>
          <pc:sldMk cId="2021630519" sldId="300"/>
        </pc:sldMkLst>
      </pc:sldChg>
      <pc:sldChg chg="add del">
        <pc:chgData name="Starschich, Eugen" userId="26490f84-3a52-4393-8e46-f0cdfb6c1e50" providerId="ADAL" clId="{8B674A5E-D4A3-4AC3-B8C5-817176CEBE2D}" dt="2025-05-12T04:19:17.440" v="341" actId="47"/>
        <pc:sldMkLst>
          <pc:docMk/>
          <pc:sldMk cId="862088494" sldId="301"/>
        </pc:sldMkLst>
      </pc:sldChg>
      <pc:sldChg chg="new del">
        <pc:chgData name="Starschich, Eugen" userId="26490f84-3a52-4393-8e46-f0cdfb6c1e50" providerId="ADAL" clId="{8B674A5E-D4A3-4AC3-B8C5-817176CEBE2D}" dt="2025-05-12T04:25:51.032" v="344" actId="47"/>
        <pc:sldMkLst>
          <pc:docMk/>
          <pc:sldMk cId="1662348573" sldId="301"/>
        </pc:sldMkLst>
      </pc:sldChg>
      <pc:sldChg chg="addSp delSp modSp add mod">
        <pc:chgData name="Starschich, Eugen" userId="26490f84-3a52-4393-8e46-f0cdfb6c1e50" providerId="ADAL" clId="{8B674A5E-D4A3-4AC3-B8C5-817176CEBE2D}" dt="2025-05-12T11:45:17.723" v="1364" actId="20577"/>
        <pc:sldMkLst>
          <pc:docMk/>
          <pc:sldMk cId="1733819925" sldId="301"/>
        </pc:sldMkLst>
      </pc:sldChg>
      <pc:sldChg chg="addSp delSp modSp add mod">
        <pc:chgData name="Starschich, Eugen" userId="26490f84-3a52-4393-8e46-f0cdfb6c1e50" providerId="ADAL" clId="{8B674A5E-D4A3-4AC3-B8C5-817176CEBE2D}" dt="2025-05-12T11:42:06.711" v="1246" actId="1076"/>
        <pc:sldMkLst>
          <pc:docMk/>
          <pc:sldMk cId="3749746880" sldId="302"/>
        </pc:sldMkLst>
      </pc:sldChg>
      <pc:sldChg chg="addSp delSp modSp add del mod">
        <pc:chgData name="Starschich, Eugen" userId="26490f84-3a52-4393-8e46-f0cdfb6c1e50" providerId="ADAL" clId="{8B674A5E-D4A3-4AC3-B8C5-817176CEBE2D}" dt="2025-05-12T11:53:05.096" v="1390" actId="47"/>
        <pc:sldMkLst>
          <pc:docMk/>
          <pc:sldMk cId="3028087062" sldId="303"/>
        </pc:sldMkLst>
      </pc:sldChg>
      <pc:sldChg chg="modSp add mod">
        <pc:chgData name="Starschich, Eugen" userId="26490f84-3a52-4393-8e46-f0cdfb6c1e50" providerId="ADAL" clId="{8B674A5E-D4A3-4AC3-B8C5-817176CEBE2D}" dt="2025-05-28T04:03:54.799" v="2894" actId="20577"/>
        <pc:sldMkLst>
          <pc:docMk/>
          <pc:sldMk cId="3542478885" sldId="304"/>
        </pc:sldMkLst>
      </pc:sldChg>
      <pc:sldChg chg="addSp delSp modSp add mod ord">
        <pc:chgData name="Starschich, Eugen" userId="26490f84-3a52-4393-8e46-f0cdfb6c1e50" providerId="ADAL" clId="{8B674A5E-D4A3-4AC3-B8C5-817176CEBE2D}" dt="2025-05-28T04:03:28.308" v="2891" actId="20577"/>
        <pc:sldMkLst>
          <pc:docMk/>
          <pc:sldMk cId="3951922206" sldId="305"/>
        </pc:sldMkLst>
      </pc:sldChg>
      <pc:sldChg chg="add del">
        <pc:chgData name="Starschich, Eugen" userId="26490f84-3a52-4393-8e46-f0cdfb6c1e50" providerId="ADAL" clId="{8B674A5E-D4A3-4AC3-B8C5-817176CEBE2D}" dt="2025-05-13T17:17:58.294" v="2649" actId="47"/>
        <pc:sldMkLst>
          <pc:docMk/>
          <pc:sldMk cId="666040990" sldId="306"/>
        </pc:sldMkLst>
      </pc:sldChg>
      <pc:sldChg chg="addSp delSp modSp add mod">
        <pc:chgData name="Starschich, Eugen" userId="26490f84-3a52-4393-8e46-f0cdfb6c1e50" providerId="ADAL" clId="{8B674A5E-D4A3-4AC3-B8C5-817176CEBE2D}" dt="2025-05-28T04:38:48.758" v="3222" actId="1076"/>
        <pc:sldMkLst>
          <pc:docMk/>
          <pc:sldMk cId="918421157" sldId="307"/>
        </pc:sldMkLst>
      </pc:sldChg>
      <pc:sldChg chg="addSp delSp modSp add mod">
        <pc:chgData name="Starschich, Eugen" userId="26490f84-3a52-4393-8e46-f0cdfb6c1e50" providerId="ADAL" clId="{8B674A5E-D4A3-4AC3-B8C5-817176CEBE2D}" dt="2025-05-13T05:07:23.682" v="2648" actId="20577"/>
        <pc:sldMkLst>
          <pc:docMk/>
          <pc:sldMk cId="808814006" sldId="308"/>
        </pc:sldMkLst>
      </pc:sldChg>
      <pc:sldChg chg="addSp delSp modSp add mod">
        <pc:chgData name="Starschich, Eugen" userId="26490f84-3a52-4393-8e46-f0cdfb6c1e50" providerId="ADAL" clId="{8B674A5E-D4A3-4AC3-B8C5-817176CEBE2D}" dt="2025-05-28T04:16:51.643" v="3184" actId="20577"/>
        <pc:sldMkLst>
          <pc:docMk/>
          <pc:sldMk cId="2240556455" sldId="309"/>
        </pc:sldMkLst>
      </pc:sldChg>
      <pc:sldChg chg="addSp delSp modSp add mod">
        <pc:chgData name="Starschich, Eugen" userId="26490f84-3a52-4393-8e46-f0cdfb6c1e50" providerId="ADAL" clId="{8B674A5E-D4A3-4AC3-B8C5-817176CEBE2D}" dt="2025-05-28T04:18:40.023" v="3199" actId="20577"/>
        <pc:sldMkLst>
          <pc:docMk/>
          <pc:sldMk cId="136819856" sldId="310"/>
        </pc:sldMkLst>
      </pc:sldChg>
    </pc:docChg>
  </pc:docChgLst>
  <pc:docChgLst>
    <pc:chgData name="Starschich, Eugen" userId="26490f84-3a52-4393-8e46-f0cdfb6c1e50" providerId="ADAL" clId="{55292D25-6C9C-4BD2-91C5-43F300504718}"/>
    <pc:docChg chg="modSld">
      <pc:chgData name="Starschich, Eugen" userId="26490f84-3a52-4393-8e46-f0cdfb6c1e50" providerId="ADAL" clId="{55292D25-6C9C-4BD2-91C5-43F300504718}" dt="2025-07-23T16:35:22.454" v="165" actId="962"/>
      <pc:docMkLst>
        <pc:docMk/>
      </pc:docMkLst>
      <pc:sldChg chg="modSp mod">
        <pc:chgData name="Starschich, Eugen" userId="26490f84-3a52-4393-8e46-f0cdfb6c1e50" providerId="ADAL" clId="{55292D25-6C9C-4BD2-91C5-43F300504718}" dt="2025-07-23T16:27:15.494" v="1" actId="962"/>
        <pc:sldMkLst>
          <pc:docMk/>
          <pc:sldMk cId="3290292399" sldId="286"/>
        </pc:sldMkLst>
        <pc:picChg chg="mod">
          <ac:chgData name="Starschich, Eugen" userId="26490f84-3a52-4393-8e46-f0cdfb6c1e50" providerId="ADAL" clId="{55292D25-6C9C-4BD2-91C5-43F300504718}" dt="2025-07-23T16:27:15.494" v="1" actId="962"/>
          <ac:picMkLst>
            <pc:docMk/>
            <pc:sldMk cId="3290292399" sldId="286"/>
            <ac:picMk id="4" creationId="{61E180CE-9BC3-9590-D353-9B63B6954D68}"/>
          </ac:picMkLst>
        </pc:picChg>
      </pc:sldChg>
      <pc:sldChg chg="modSp mod">
        <pc:chgData name="Starschich, Eugen" userId="26490f84-3a52-4393-8e46-f0cdfb6c1e50" providerId="ADAL" clId="{55292D25-6C9C-4BD2-91C5-43F300504718}" dt="2025-07-23T16:27:47.506" v="7" actId="962"/>
        <pc:sldMkLst>
          <pc:docMk/>
          <pc:sldMk cId="2021630519" sldId="300"/>
        </pc:sldMkLst>
        <pc:picChg chg="mod">
          <ac:chgData name="Starschich, Eugen" userId="26490f84-3a52-4393-8e46-f0cdfb6c1e50" providerId="ADAL" clId="{55292D25-6C9C-4BD2-91C5-43F300504718}" dt="2025-07-23T16:27:47.506" v="7" actId="962"/>
          <ac:picMkLst>
            <pc:docMk/>
            <pc:sldMk cId="2021630519" sldId="300"/>
            <ac:picMk id="16" creationId="{F60BF135-6534-BAE2-CC57-3B84435B0774}"/>
          </ac:picMkLst>
        </pc:picChg>
      </pc:sldChg>
      <pc:sldChg chg="modSp mod">
        <pc:chgData name="Starschich, Eugen" userId="26490f84-3a52-4393-8e46-f0cdfb6c1e50" providerId="ADAL" clId="{55292D25-6C9C-4BD2-91C5-43F300504718}" dt="2025-07-23T16:27:35.544" v="5" actId="962"/>
        <pc:sldMkLst>
          <pc:docMk/>
          <pc:sldMk cId="3749746880" sldId="302"/>
        </pc:sldMkLst>
        <pc:picChg chg="mod">
          <ac:chgData name="Starschich, Eugen" userId="26490f84-3a52-4393-8e46-f0cdfb6c1e50" providerId="ADAL" clId="{55292D25-6C9C-4BD2-91C5-43F300504718}" dt="2025-07-23T16:27:28.880" v="3" actId="962"/>
          <ac:picMkLst>
            <pc:docMk/>
            <pc:sldMk cId="3749746880" sldId="302"/>
            <ac:picMk id="3" creationId="{046CCC0A-0996-A031-CA74-5FC4C97E5C90}"/>
          </ac:picMkLst>
        </pc:picChg>
        <pc:picChg chg="mod">
          <ac:chgData name="Starschich, Eugen" userId="26490f84-3a52-4393-8e46-f0cdfb6c1e50" providerId="ADAL" clId="{55292D25-6C9C-4BD2-91C5-43F300504718}" dt="2025-07-23T16:27:35.544" v="5" actId="962"/>
          <ac:picMkLst>
            <pc:docMk/>
            <pc:sldMk cId="3749746880" sldId="302"/>
            <ac:picMk id="9" creationId="{404C1327-1232-88D1-5FCC-F3F9BDB1C2D3}"/>
          </ac:picMkLst>
        </pc:picChg>
      </pc:sldChg>
      <pc:sldChg chg="modSp mod">
        <pc:chgData name="Starschich, Eugen" userId="26490f84-3a52-4393-8e46-f0cdfb6c1e50" providerId="ADAL" clId="{55292D25-6C9C-4BD2-91C5-43F300504718}" dt="2025-07-23T16:28:08.211" v="9" actId="962"/>
        <pc:sldMkLst>
          <pc:docMk/>
          <pc:sldMk cId="3542478885" sldId="304"/>
        </pc:sldMkLst>
        <pc:picChg chg="mod">
          <ac:chgData name="Starschich, Eugen" userId="26490f84-3a52-4393-8e46-f0cdfb6c1e50" providerId="ADAL" clId="{55292D25-6C9C-4BD2-91C5-43F300504718}" dt="2025-07-23T16:28:08.211" v="9" actId="962"/>
          <ac:picMkLst>
            <pc:docMk/>
            <pc:sldMk cId="3542478885" sldId="304"/>
            <ac:picMk id="3" creationId="{E5AEA397-85A9-F994-65F6-D6D07CC277C2}"/>
          </ac:picMkLst>
        </pc:picChg>
      </pc:sldChg>
      <pc:sldChg chg="modSp mod">
        <pc:chgData name="Starschich, Eugen" userId="26490f84-3a52-4393-8e46-f0cdfb6c1e50" providerId="ADAL" clId="{55292D25-6C9C-4BD2-91C5-43F300504718}" dt="2025-07-23T16:28:23.454" v="11" actId="962"/>
        <pc:sldMkLst>
          <pc:docMk/>
          <pc:sldMk cId="3951922206" sldId="305"/>
        </pc:sldMkLst>
        <pc:picChg chg="mod">
          <ac:chgData name="Starschich, Eugen" userId="26490f84-3a52-4393-8e46-f0cdfb6c1e50" providerId="ADAL" clId="{55292D25-6C9C-4BD2-91C5-43F300504718}" dt="2025-07-23T16:28:23.454" v="11" actId="962"/>
          <ac:picMkLst>
            <pc:docMk/>
            <pc:sldMk cId="3951922206" sldId="305"/>
            <ac:picMk id="5" creationId="{723D684A-45CB-F8E3-14D8-027BC1CA3B70}"/>
          </ac:picMkLst>
        </pc:picChg>
      </pc:sldChg>
      <pc:sldChg chg="modSp mod">
        <pc:chgData name="Starschich, Eugen" userId="26490f84-3a52-4393-8e46-f0cdfb6c1e50" providerId="ADAL" clId="{55292D25-6C9C-4BD2-91C5-43F300504718}" dt="2025-07-23T16:30:21.969" v="45" actId="962"/>
        <pc:sldMkLst>
          <pc:docMk/>
          <pc:sldMk cId="918421157" sldId="307"/>
        </pc:sldMkLst>
        <pc:picChg chg="mod">
          <ac:chgData name="Starschich, Eugen" userId="26490f84-3a52-4393-8e46-f0cdfb6c1e50" providerId="ADAL" clId="{55292D25-6C9C-4BD2-91C5-43F300504718}" dt="2025-07-23T16:30:21.969" v="45" actId="962"/>
          <ac:picMkLst>
            <pc:docMk/>
            <pc:sldMk cId="918421157" sldId="307"/>
            <ac:picMk id="4" creationId="{0FF79142-864A-9788-F8E3-A4C4080B2995}"/>
          </ac:picMkLst>
        </pc:picChg>
        <pc:picChg chg="mod">
          <ac:chgData name="Starschich, Eugen" userId="26490f84-3a52-4393-8e46-f0cdfb6c1e50" providerId="ADAL" clId="{55292D25-6C9C-4BD2-91C5-43F300504718}" dt="2025-07-23T16:28:43.541" v="13" actId="962"/>
          <ac:picMkLst>
            <pc:docMk/>
            <pc:sldMk cId="918421157" sldId="307"/>
            <ac:picMk id="6" creationId="{F154F245-926B-DAFE-6DF5-805EF5CF4158}"/>
          </ac:picMkLst>
        </pc:picChg>
      </pc:sldChg>
      <pc:sldChg chg="modSp mod">
        <pc:chgData name="Starschich, Eugen" userId="26490f84-3a52-4393-8e46-f0cdfb6c1e50" providerId="ADAL" clId="{55292D25-6C9C-4BD2-91C5-43F300504718}" dt="2025-07-23T16:35:22.454" v="165" actId="962"/>
        <pc:sldMkLst>
          <pc:docMk/>
          <pc:sldMk cId="808814006" sldId="308"/>
        </pc:sldMkLst>
        <pc:picChg chg="mod">
          <ac:chgData name="Starschich, Eugen" userId="26490f84-3a52-4393-8e46-f0cdfb6c1e50" providerId="ADAL" clId="{55292D25-6C9C-4BD2-91C5-43F300504718}" dt="2025-07-23T16:35:22.454" v="165" actId="962"/>
          <ac:picMkLst>
            <pc:docMk/>
            <pc:sldMk cId="808814006" sldId="308"/>
            <ac:picMk id="12" creationId="{8276CB7B-FAC9-AFE0-DD4C-1FD573D88D1C}"/>
          </ac:picMkLst>
        </pc:picChg>
      </pc:sldChg>
      <pc:sldChg chg="modSp mod">
        <pc:chgData name="Starschich, Eugen" userId="26490f84-3a52-4393-8e46-f0cdfb6c1e50" providerId="ADAL" clId="{55292D25-6C9C-4BD2-91C5-43F300504718}" dt="2025-07-23T16:35:05.337" v="163" actId="962"/>
        <pc:sldMkLst>
          <pc:docMk/>
          <pc:sldMk cId="2240556455" sldId="309"/>
        </pc:sldMkLst>
        <pc:picChg chg="mod">
          <ac:chgData name="Starschich, Eugen" userId="26490f84-3a52-4393-8e46-f0cdfb6c1e50" providerId="ADAL" clId="{55292D25-6C9C-4BD2-91C5-43F300504718}" dt="2025-07-23T16:35:05.337" v="163" actId="962"/>
          <ac:picMkLst>
            <pc:docMk/>
            <pc:sldMk cId="2240556455" sldId="309"/>
            <ac:picMk id="5" creationId="{70EF5529-6EF0-1FAA-5F7F-7014F6256D85}"/>
          </ac:picMkLst>
        </pc:picChg>
      </pc:sldChg>
      <pc:sldChg chg="modSp mod">
        <pc:chgData name="Starschich, Eugen" userId="26490f84-3a52-4393-8e46-f0cdfb6c1e50" providerId="ADAL" clId="{55292D25-6C9C-4BD2-91C5-43F300504718}" dt="2025-07-23T16:34:29.831" v="125" actId="962"/>
        <pc:sldMkLst>
          <pc:docMk/>
          <pc:sldMk cId="136819856" sldId="310"/>
        </pc:sldMkLst>
        <pc:picChg chg="mod">
          <ac:chgData name="Starschich, Eugen" userId="26490f84-3a52-4393-8e46-f0cdfb6c1e50" providerId="ADAL" clId="{55292D25-6C9C-4BD2-91C5-43F300504718}" dt="2025-07-23T16:34:29.831" v="125" actId="962"/>
          <ac:picMkLst>
            <pc:docMk/>
            <pc:sldMk cId="136819856" sldId="310"/>
            <ac:picMk id="7" creationId="{9118C7DF-EBFF-C7F2-2F59-E73A3AE8A5FF}"/>
          </ac:picMkLst>
        </pc:picChg>
      </pc:sldChg>
    </pc:docChg>
  </pc:docChgLst>
  <pc:docChgLst>
    <pc:chgData name="Starschich, Eugen" userId="26490f84-3a52-4393-8e46-f0cdfb6c1e50" providerId="ADAL" clId="{9550EEE8-CA7A-4F00-8C3F-AEF495F41BC7}"/>
    <pc:docChg chg="undo custSel addSld delSld modSld sldOrd">
      <pc:chgData name="Starschich, Eugen" userId="26490f84-3a52-4393-8e46-f0cdfb6c1e50" providerId="ADAL" clId="{9550EEE8-CA7A-4F00-8C3F-AEF495F41BC7}" dt="2025-04-16T01:54:15.246" v="1286" actId="1076"/>
      <pc:docMkLst>
        <pc:docMk/>
      </pc:docMkLst>
      <pc:sldChg chg="modSp mod">
        <pc:chgData name="Starschich, Eugen" userId="26490f84-3a52-4393-8e46-f0cdfb6c1e50" providerId="ADAL" clId="{9550EEE8-CA7A-4F00-8C3F-AEF495F41BC7}" dt="2025-04-15T20:34:56.954" v="36" actId="20577"/>
        <pc:sldMkLst>
          <pc:docMk/>
          <pc:sldMk cId="0" sldId="256"/>
        </pc:sldMkLst>
      </pc:sldChg>
      <pc:sldChg chg="addSp delSp modSp mod">
        <pc:chgData name="Starschich, Eugen" userId="26490f84-3a52-4393-8e46-f0cdfb6c1e50" providerId="ADAL" clId="{9550EEE8-CA7A-4F00-8C3F-AEF495F41BC7}" dt="2025-04-15T20:36:28.579" v="41" actId="12"/>
        <pc:sldMkLst>
          <pc:docMk/>
          <pc:sldMk cId="0" sldId="257"/>
        </pc:sldMkLst>
      </pc:sldChg>
      <pc:sldChg chg="addSp delSp modSp mod">
        <pc:chgData name="Starschich, Eugen" userId="26490f84-3a52-4393-8e46-f0cdfb6c1e50" providerId="ADAL" clId="{9550EEE8-CA7A-4F00-8C3F-AEF495F41BC7}" dt="2025-04-15T20:37:20.708" v="60" actId="20577"/>
        <pc:sldMkLst>
          <pc:docMk/>
          <pc:sldMk cId="3484829612" sldId="263"/>
        </pc:sldMkLst>
      </pc:sldChg>
      <pc:sldChg chg="addSp delSp modSp mod">
        <pc:chgData name="Starschich, Eugen" userId="26490f84-3a52-4393-8e46-f0cdfb6c1e50" providerId="ADAL" clId="{9550EEE8-CA7A-4F00-8C3F-AEF495F41BC7}" dt="2025-04-15T20:38:21.772" v="77" actId="1076"/>
        <pc:sldMkLst>
          <pc:docMk/>
          <pc:sldMk cId="2553018149" sldId="264"/>
        </pc:sldMkLst>
      </pc:sldChg>
      <pc:sldChg chg="addSp delSp modSp mod">
        <pc:chgData name="Starschich, Eugen" userId="26490f84-3a52-4393-8e46-f0cdfb6c1e50" providerId="ADAL" clId="{9550EEE8-CA7A-4F00-8C3F-AEF495F41BC7}" dt="2025-04-15T20:39:36.577" v="93" actId="1076"/>
        <pc:sldMkLst>
          <pc:docMk/>
          <pc:sldMk cId="766552979" sldId="265"/>
        </pc:sldMkLst>
      </pc:sldChg>
      <pc:sldChg chg="addSp delSp modSp mod">
        <pc:chgData name="Starschich, Eugen" userId="26490f84-3a52-4393-8e46-f0cdfb6c1e50" providerId="ADAL" clId="{9550EEE8-CA7A-4F00-8C3F-AEF495F41BC7}" dt="2025-04-15T20:40:36.125" v="101" actId="12"/>
        <pc:sldMkLst>
          <pc:docMk/>
          <pc:sldMk cId="4051034225" sldId="266"/>
        </pc:sldMkLst>
      </pc:sldChg>
      <pc:sldChg chg="addSp delSp modSp mod">
        <pc:chgData name="Starschich, Eugen" userId="26490f84-3a52-4393-8e46-f0cdfb6c1e50" providerId="ADAL" clId="{9550EEE8-CA7A-4F00-8C3F-AEF495F41BC7}" dt="2025-04-15T20:46:53.844" v="273" actId="1037"/>
        <pc:sldMkLst>
          <pc:docMk/>
          <pc:sldMk cId="1319213325" sldId="267"/>
        </pc:sldMkLst>
      </pc:sldChg>
      <pc:sldChg chg="addSp delSp modSp del mod">
        <pc:chgData name="Starschich, Eugen" userId="26490f84-3a52-4393-8e46-f0cdfb6c1e50" providerId="ADAL" clId="{9550EEE8-CA7A-4F00-8C3F-AEF495F41BC7}" dt="2025-04-16T00:37:10.522" v="330" actId="47"/>
        <pc:sldMkLst>
          <pc:docMk/>
          <pc:sldMk cId="2018364373" sldId="268"/>
        </pc:sldMkLst>
      </pc:sldChg>
      <pc:sldChg chg="del">
        <pc:chgData name="Starschich, Eugen" userId="26490f84-3a52-4393-8e46-f0cdfb6c1e50" providerId="ADAL" clId="{9550EEE8-CA7A-4F00-8C3F-AEF495F41BC7}" dt="2025-04-16T01:05:13.901" v="395" actId="47"/>
        <pc:sldMkLst>
          <pc:docMk/>
          <pc:sldMk cId="2076223451" sldId="269"/>
        </pc:sldMkLst>
      </pc:sldChg>
      <pc:sldChg chg="del">
        <pc:chgData name="Starschich, Eugen" userId="26490f84-3a52-4393-8e46-f0cdfb6c1e50" providerId="ADAL" clId="{9550EEE8-CA7A-4F00-8C3F-AEF495F41BC7}" dt="2025-04-16T01:05:13.901" v="395" actId="47"/>
        <pc:sldMkLst>
          <pc:docMk/>
          <pc:sldMk cId="2958086802" sldId="270"/>
        </pc:sldMkLst>
      </pc:sldChg>
      <pc:sldChg chg="del">
        <pc:chgData name="Starschich, Eugen" userId="26490f84-3a52-4393-8e46-f0cdfb6c1e50" providerId="ADAL" clId="{9550EEE8-CA7A-4F00-8C3F-AEF495F41BC7}" dt="2025-04-16T01:05:13.901" v="395" actId="47"/>
        <pc:sldMkLst>
          <pc:docMk/>
          <pc:sldMk cId="1445034717" sldId="271"/>
        </pc:sldMkLst>
      </pc:sldChg>
      <pc:sldChg chg="del">
        <pc:chgData name="Starschich, Eugen" userId="26490f84-3a52-4393-8e46-f0cdfb6c1e50" providerId="ADAL" clId="{9550EEE8-CA7A-4F00-8C3F-AEF495F41BC7}" dt="2025-04-16T01:05:13.901" v="395" actId="47"/>
        <pc:sldMkLst>
          <pc:docMk/>
          <pc:sldMk cId="4263109236" sldId="272"/>
        </pc:sldMkLst>
      </pc:sldChg>
      <pc:sldChg chg="del">
        <pc:chgData name="Starschich, Eugen" userId="26490f84-3a52-4393-8e46-f0cdfb6c1e50" providerId="ADAL" clId="{9550EEE8-CA7A-4F00-8C3F-AEF495F41BC7}" dt="2025-04-16T01:05:13.901" v="395" actId="47"/>
        <pc:sldMkLst>
          <pc:docMk/>
          <pc:sldMk cId="853819414" sldId="273"/>
        </pc:sldMkLst>
      </pc:sldChg>
      <pc:sldChg chg="del">
        <pc:chgData name="Starschich, Eugen" userId="26490f84-3a52-4393-8e46-f0cdfb6c1e50" providerId="ADAL" clId="{9550EEE8-CA7A-4F00-8C3F-AEF495F41BC7}" dt="2025-04-16T01:05:13.901" v="395" actId="47"/>
        <pc:sldMkLst>
          <pc:docMk/>
          <pc:sldMk cId="3096501966" sldId="274"/>
        </pc:sldMkLst>
      </pc:sldChg>
      <pc:sldChg chg="del">
        <pc:chgData name="Starschich, Eugen" userId="26490f84-3a52-4393-8e46-f0cdfb6c1e50" providerId="ADAL" clId="{9550EEE8-CA7A-4F00-8C3F-AEF495F41BC7}" dt="2025-04-16T01:05:13.901" v="395" actId="47"/>
        <pc:sldMkLst>
          <pc:docMk/>
          <pc:sldMk cId="4153037725" sldId="275"/>
        </pc:sldMkLst>
      </pc:sldChg>
      <pc:sldChg chg="del">
        <pc:chgData name="Starschich, Eugen" userId="26490f84-3a52-4393-8e46-f0cdfb6c1e50" providerId="ADAL" clId="{9550EEE8-CA7A-4F00-8C3F-AEF495F41BC7}" dt="2025-04-16T01:05:13.901" v="395" actId="47"/>
        <pc:sldMkLst>
          <pc:docMk/>
          <pc:sldMk cId="805514049" sldId="276"/>
        </pc:sldMkLst>
      </pc:sldChg>
      <pc:sldChg chg="del">
        <pc:chgData name="Starschich, Eugen" userId="26490f84-3a52-4393-8e46-f0cdfb6c1e50" providerId="ADAL" clId="{9550EEE8-CA7A-4F00-8C3F-AEF495F41BC7}" dt="2025-04-16T01:05:13.901" v="395" actId="47"/>
        <pc:sldMkLst>
          <pc:docMk/>
          <pc:sldMk cId="3591809553" sldId="277"/>
        </pc:sldMkLst>
      </pc:sldChg>
      <pc:sldChg chg="del">
        <pc:chgData name="Starschich, Eugen" userId="26490f84-3a52-4393-8e46-f0cdfb6c1e50" providerId="ADAL" clId="{9550EEE8-CA7A-4F00-8C3F-AEF495F41BC7}" dt="2025-04-16T01:05:13.901" v="395" actId="47"/>
        <pc:sldMkLst>
          <pc:docMk/>
          <pc:sldMk cId="4029490452" sldId="279"/>
        </pc:sldMkLst>
      </pc:sldChg>
      <pc:sldChg chg="del">
        <pc:chgData name="Starschich, Eugen" userId="26490f84-3a52-4393-8e46-f0cdfb6c1e50" providerId="ADAL" clId="{9550EEE8-CA7A-4F00-8C3F-AEF495F41BC7}" dt="2025-04-16T01:05:13.901" v="395" actId="47"/>
        <pc:sldMkLst>
          <pc:docMk/>
          <pc:sldMk cId="3468657621" sldId="280"/>
        </pc:sldMkLst>
      </pc:sldChg>
      <pc:sldChg chg="del">
        <pc:chgData name="Starschich, Eugen" userId="26490f84-3a52-4393-8e46-f0cdfb6c1e50" providerId="ADAL" clId="{9550EEE8-CA7A-4F00-8C3F-AEF495F41BC7}" dt="2025-04-16T01:05:13.901" v="395" actId="47"/>
        <pc:sldMkLst>
          <pc:docMk/>
          <pc:sldMk cId="2806519172" sldId="281"/>
        </pc:sldMkLst>
      </pc:sldChg>
      <pc:sldChg chg="del">
        <pc:chgData name="Starschich, Eugen" userId="26490f84-3a52-4393-8e46-f0cdfb6c1e50" providerId="ADAL" clId="{9550EEE8-CA7A-4F00-8C3F-AEF495F41BC7}" dt="2025-04-16T01:05:13.901" v="395" actId="47"/>
        <pc:sldMkLst>
          <pc:docMk/>
          <pc:sldMk cId="2738136966" sldId="282"/>
        </pc:sldMkLst>
      </pc:sldChg>
      <pc:sldChg chg="del">
        <pc:chgData name="Starschich, Eugen" userId="26490f84-3a52-4393-8e46-f0cdfb6c1e50" providerId="ADAL" clId="{9550EEE8-CA7A-4F00-8C3F-AEF495F41BC7}" dt="2025-04-16T01:05:13.901" v="395" actId="47"/>
        <pc:sldMkLst>
          <pc:docMk/>
          <pc:sldMk cId="2943890721" sldId="283"/>
        </pc:sldMkLst>
      </pc:sldChg>
      <pc:sldChg chg="del">
        <pc:chgData name="Starschich, Eugen" userId="26490f84-3a52-4393-8e46-f0cdfb6c1e50" providerId="ADAL" clId="{9550EEE8-CA7A-4F00-8C3F-AEF495F41BC7}" dt="2025-04-16T01:05:13.901" v="395" actId="47"/>
        <pc:sldMkLst>
          <pc:docMk/>
          <pc:sldMk cId="1247094071" sldId="284"/>
        </pc:sldMkLst>
      </pc:sldChg>
      <pc:sldChg chg="del">
        <pc:chgData name="Starschich, Eugen" userId="26490f84-3a52-4393-8e46-f0cdfb6c1e50" providerId="ADAL" clId="{9550EEE8-CA7A-4F00-8C3F-AEF495F41BC7}" dt="2025-04-16T01:05:13.901" v="395" actId="47"/>
        <pc:sldMkLst>
          <pc:docMk/>
          <pc:sldMk cId="279326134" sldId="285"/>
        </pc:sldMkLst>
      </pc:sldChg>
      <pc:sldChg chg="addSp delSp modSp add mod modAnim">
        <pc:chgData name="Starschich, Eugen" userId="26490f84-3a52-4393-8e46-f0cdfb6c1e50" providerId="ADAL" clId="{9550EEE8-CA7A-4F00-8C3F-AEF495F41BC7}" dt="2025-04-15T20:43:11.800" v="120" actId="1076"/>
        <pc:sldMkLst>
          <pc:docMk/>
          <pc:sldMk cId="3290292399" sldId="286"/>
        </pc:sldMkLst>
      </pc:sldChg>
      <pc:sldChg chg="addSp delSp modSp add mod delAnim">
        <pc:chgData name="Starschich, Eugen" userId="26490f84-3a52-4393-8e46-f0cdfb6c1e50" providerId="ADAL" clId="{9550EEE8-CA7A-4F00-8C3F-AEF495F41BC7}" dt="2025-04-15T20:45:44.571" v="211" actId="179"/>
        <pc:sldMkLst>
          <pc:docMk/>
          <pc:sldMk cId="1197919005" sldId="287"/>
        </pc:sldMkLst>
      </pc:sldChg>
      <pc:sldChg chg="addSp delSp modSp add mod">
        <pc:chgData name="Starschich, Eugen" userId="26490f84-3a52-4393-8e46-f0cdfb6c1e50" providerId="ADAL" clId="{9550EEE8-CA7A-4F00-8C3F-AEF495F41BC7}" dt="2025-04-15T20:46:45.669" v="246" actId="1035"/>
        <pc:sldMkLst>
          <pc:docMk/>
          <pc:sldMk cId="1714569588" sldId="288"/>
        </pc:sldMkLst>
      </pc:sldChg>
      <pc:sldChg chg="addSp delSp modSp add mod">
        <pc:chgData name="Starschich, Eugen" userId="26490f84-3a52-4393-8e46-f0cdfb6c1e50" providerId="ADAL" clId="{9550EEE8-CA7A-4F00-8C3F-AEF495F41BC7}" dt="2025-04-16T01:05:38.115" v="397" actId="22"/>
        <pc:sldMkLst>
          <pc:docMk/>
          <pc:sldMk cId="3087738694" sldId="289"/>
        </pc:sldMkLst>
      </pc:sldChg>
      <pc:sldChg chg="addSp delSp modSp add mod ord">
        <pc:chgData name="Starschich, Eugen" userId="26490f84-3a52-4393-8e46-f0cdfb6c1e50" providerId="ADAL" clId="{9550EEE8-CA7A-4F00-8C3F-AEF495F41BC7}" dt="2025-04-16T01:51:57.765" v="1257"/>
        <pc:sldMkLst>
          <pc:docMk/>
          <pc:sldMk cId="3400923061" sldId="290"/>
        </pc:sldMkLst>
      </pc:sldChg>
      <pc:sldChg chg="addSp delSp modSp add mod ord">
        <pc:chgData name="Starschich, Eugen" userId="26490f84-3a52-4393-8e46-f0cdfb6c1e50" providerId="ADAL" clId="{9550EEE8-CA7A-4F00-8C3F-AEF495F41BC7}" dt="2025-04-16T01:51:57.765" v="1257"/>
        <pc:sldMkLst>
          <pc:docMk/>
          <pc:sldMk cId="3282626994" sldId="291"/>
        </pc:sldMkLst>
      </pc:sldChg>
      <pc:sldChg chg="addSp delSp modSp add mod ord">
        <pc:chgData name="Starschich, Eugen" userId="26490f84-3a52-4393-8e46-f0cdfb6c1e50" providerId="ADAL" clId="{9550EEE8-CA7A-4F00-8C3F-AEF495F41BC7}" dt="2025-04-16T01:51:57.765" v="1257"/>
        <pc:sldMkLst>
          <pc:docMk/>
          <pc:sldMk cId="1090506299" sldId="292"/>
        </pc:sldMkLst>
      </pc:sldChg>
      <pc:sldChg chg="addSp delSp modSp add mod">
        <pc:chgData name="Starschich, Eugen" userId="26490f84-3a52-4393-8e46-f0cdfb6c1e50" providerId="ADAL" clId="{9550EEE8-CA7A-4F00-8C3F-AEF495F41BC7}" dt="2025-04-16T01:25:18.086" v="904" actId="20577"/>
        <pc:sldMkLst>
          <pc:docMk/>
          <pc:sldMk cId="3372694430" sldId="293"/>
        </pc:sldMkLst>
      </pc:sldChg>
      <pc:sldChg chg="modSp add mod">
        <pc:chgData name="Starschich, Eugen" userId="26490f84-3a52-4393-8e46-f0cdfb6c1e50" providerId="ADAL" clId="{9550EEE8-CA7A-4F00-8C3F-AEF495F41BC7}" dt="2025-04-16T01:28:05.361" v="932" actId="113"/>
        <pc:sldMkLst>
          <pc:docMk/>
          <pc:sldMk cId="1694324246" sldId="294"/>
        </pc:sldMkLst>
      </pc:sldChg>
      <pc:sldChg chg="addSp delSp modSp add mod">
        <pc:chgData name="Starschich, Eugen" userId="26490f84-3a52-4393-8e46-f0cdfb6c1e50" providerId="ADAL" clId="{9550EEE8-CA7A-4F00-8C3F-AEF495F41BC7}" dt="2025-04-16T01:41:53.382" v="982" actId="1076"/>
        <pc:sldMkLst>
          <pc:docMk/>
          <pc:sldMk cId="1630701365" sldId="295"/>
        </pc:sldMkLst>
      </pc:sldChg>
      <pc:sldChg chg="addSp delSp modSp add mod">
        <pc:chgData name="Starschich, Eugen" userId="26490f84-3a52-4393-8e46-f0cdfb6c1e50" providerId="ADAL" clId="{9550EEE8-CA7A-4F00-8C3F-AEF495F41BC7}" dt="2025-04-16T01:44:05.048" v="1135" actId="6549"/>
        <pc:sldMkLst>
          <pc:docMk/>
          <pc:sldMk cId="994004056" sldId="296"/>
        </pc:sldMkLst>
      </pc:sldChg>
      <pc:sldChg chg="addSp delSp modSp add mod">
        <pc:chgData name="Starschich, Eugen" userId="26490f84-3a52-4393-8e46-f0cdfb6c1e50" providerId="ADAL" clId="{9550EEE8-CA7A-4F00-8C3F-AEF495F41BC7}" dt="2025-04-16T01:47:06.035" v="1217" actId="14100"/>
        <pc:sldMkLst>
          <pc:docMk/>
          <pc:sldMk cId="2522212728" sldId="297"/>
        </pc:sldMkLst>
      </pc:sldChg>
      <pc:sldChg chg="addSp delSp modSp add mod">
        <pc:chgData name="Starschich, Eugen" userId="26490f84-3a52-4393-8e46-f0cdfb6c1e50" providerId="ADAL" clId="{9550EEE8-CA7A-4F00-8C3F-AEF495F41BC7}" dt="2025-04-16T01:49:12.556" v="1255" actId="20577"/>
        <pc:sldMkLst>
          <pc:docMk/>
          <pc:sldMk cId="2796121340" sldId="298"/>
        </pc:sldMkLst>
      </pc:sldChg>
      <pc:sldChg chg="addSp delSp modSp add mod">
        <pc:chgData name="Starschich, Eugen" userId="26490f84-3a52-4393-8e46-f0cdfb6c1e50" providerId="ADAL" clId="{9550EEE8-CA7A-4F00-8C3F-AEF495F41BC7}" dt="2025-04-16T01:54:15.246" v="1286" actId="1076"/>
        <pc:sldMkLst>
          <pc:docMk/>
          <pc:sldMk cId="349434612" sldId="299"/>
        </pc:sldMkLst>
      </pc:sldChg>
      <pc:sldChg chg="addSp delSp modSp add del mod">
        <pc:chgData name="Starschich, Eugen" userId="26490f84-3a52-4393-8e46-f0cdfb6c1e50" providerId="ADAL" clId="{9550EEE8-CA7A-4F00-8C3F-AEF495F41BC7}" dt="2025-04-15T20:44:16.329" v="157"/>
        <pc:sldMkLst>
          <pc:docMk/>
          <pc:sldMk cId="226249191" sldId="30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2" name="Google Shape;6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E50DD711-0CC5-8023-87FC-3B52817CD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68E5E88F-4585-A78F-12D3-0376F450EC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03E03AF8-2981-BE8C-393F-AB9C502BFD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145817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E254F5D3-B700-66DD-2C0E-905B57761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B309FFB4-1416-7517-8858-68D0FF4F77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822CAC83-75A7-622F-2604-757ED01179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343940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E7DEABD8-C573-D717-D0CE-B17D6545B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706BF9A3-53FD-B28B-DB55-5AF696BA97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47EE2AD8-4FDC-C896-C335-D792D19D7C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668834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1AF69545-3DCB-FD6A-275A-D5EE25AA1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5ADB8705-B36E-1041-8200-787185A873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EFBDBEBB-AD66-7DA0-64B8-FC80DF0B2F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5563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B404F8B6-1D42-6724-A3D8-56C1A660F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1C62D7F0-7786-7121-927F-F2E6A25E13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D62D26AA-0EC8-6231-D017-28CB82A404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538618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9ECCC53A-8D04-7489-B004-C7F6BD857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C0CA0092-EF32-5F57-EA06-CD98E5BB04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F2FFE6C6-5F07-1A3C-298A-3089E260F4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629183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858AFCFA-83AC-BA37-C9EE-72CBD0D4B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F57D4B5C-4C5F-BBDE-CD36-19541CDA55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D9AC5008-DCAC-7414-B881-A244824174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435343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3A94F94B-E372-26BC-49F0-51BC6D2BD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37F0C54B-DE15-128E-9971-1409D81524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3FD712F3-AD50-7EB8-1F87-9445B73043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808223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A57717B5-2CF6-6177-976E-19B689A1B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665B8620-689D-5DB3-7C99-EC8019F66D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6D8514E0-AE57-B375-9923-9E70A0E2B6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700529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58DD0319-CF90-1248-7D2F-CF49954BF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113F4705-6C5E-C40E-60B8-CEA7685E38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321DF305-0B9E-2B03-7516-9BE6080DEF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750384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07BBF5BB-17F2-711B-E99C-B174D676E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7F85A836-FA92-F4DF-02E0-36C3543D29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C3A334DA-0A4F-A806-AFA4-2F63405FDE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54825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19" name="Google Shape;1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12447917" cy="787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8"/>
          <p:cNvSpPr txBox="1"/>
          <p:nvPr/>
        </p:nvSpPr>
        <p:spPr>
          <a:xfrm>
            <a:off x="3259138" y="247650"/>
            <a:ext cx="1739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Course: Example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8"/>
          <p:cNvSpPr txBox="1"/>
          <p:nvPr/>
        </p:nvSpPr>
        <p:spPr>
          <a:xfrm>
            <a:off x="10861157" y="247650"/>
            <a:ext cx="9620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NJIT Online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" name="Google Shape;22;p8"/>
          <p:cNvGrpSpPr/>
          <p:nvPr/>
        </p:nvGrpSpPr>
        <p:grpSpPr>
          <a:xfrm>
            <a:off x="417513" y="247650"/>
            <a:ext cx="817562" cy="365125"/>
            <a:chOff x="680603" y="376946"/>
            <a:chExt cx="1172845" cy="524163"/>
          </a:xfrm>
        </p:grpSpPr>
        <p:pic>
          <p:nvPicPr>
            <p:cNvPr id="23" name="Google Shape;23;p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86939" y="376946"/>
              <a:ext cx="241270" cy="23721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24;p8"/>
            <p:cNvSpPr/>
            <p:nvPr/>
          </p:nvSpPr>
          <p:spPr>
            <a:xfrm>
              <a:off x="1049898" y="382094"/>
              <a:ext cx="103505" cy="306705"/>
            </a:xfrm>
            <a:custGeom>
              <a:avLst/>
              <a:gdLst/>
              <a:ahLst/>
              <a:cxnLst/>
              <a:rect l="l" t="t" r="r" b="b"/>
              <a:pathLst>
                <a:path w="103505" h="306705" extrusionOk="0">
                  <a:moveTo>
                    <a:pt x="100845" y="0"/>
                  </a:moveTo>
                  <a:lnTo>
                    <a:pt x="87388" y="145"/>
                  </a:lnTo>
                  <a:lnTo>
                    <a:pt x="62814" y="931"/>
                  </a:lnTo>
                  <a:lnTo>
                    <a:pt x="37059" y="145"/>
                  </a:lnTo>
                  <a:lnTo>
                    <a:pt x="21077" y="0"/>
                  </a:lnTo>
                  <a:lnTo>
                    <a:pt x="18931" y="607"/>
                  </a:lnTo>
                  <a:lnTo>
                    <a:pt x="18931" y="4816"/>
                  </a:lnTo>
                  <a:lnTo>
                    <a:pt x="20774" y="5455"/>
                  </a:lnTo>
                  <a:lnTo>
                    <a:pt x="28292" y="5455"/>
                  </a:lnTo>
                  <a:lnTo>
                    <a:pt x="30595" y="5727"/>
                  </a:lnTo>
                  <a:lnTo>
                    <a:pt x="43014" y="8439"/>
                  </a:lnTo>
                  <a:lnTo>
                    <a:pt x="42585" y="13298"/>
                  </a:lnTo>
                  <a:lnTo>
                    <a:pt x="43537" y="31180"/>
                  </a:lnTo>
                  <a:lnTo>
                    <a:pt x="43714" y="41981"/>
                  </a:lnTo>
                  <a:lnTo>
                    <a:pt x="43789" y="87630"/>
                  </a:lnTo>
                  <a:lnTo>
                    <a:pt x="43789" y="174371"/>
                  </a:lnTo>
                  <a:lnTo>
                    <a:pt x="43477" y="213698"/>
                  </a:lnTo>
                  <a:lnTo>
                    <a:pt x="34353" y="268000"/>
                  </a:lnTo>
                  <a:lnTo>
                    <a:pt x="1507" y="301299"/>
                  </a:lnTo>
                  <a:lnTo>
                    <a:pt x="0" y="302493"/>
                  </a:lnTo>
                  <a:lnTo>
                    <a:pt x="0" y="305498"/>
                  </a:lnTo>
                  <a:lnTo>
                    <a:pt x="1193" y="306440"/>
                  </a:lnTo>
                  <a:lnTo>
                    <a:pt x="3905" y="306440"/>
                  </a:lnTo>
                  <a:lnTo>
                    <a:pt x="6334" y="305823"/>
                  </a:lnTo>
                  <a:lnTo>
                    <a:pt x="8460" y="304608"/>
                  </a:lnTo>
                  <a:lnTo>
                    <a:pt x="19643" y="299174"/>
                  </a:lnTo>
                  <a:lnTo>
                    <a:pt x="57716" y="268423"/>
                  </a:lnTo>
                  <a:lnTo>
                    <a:pt x="78582" y="226562"/>
                  </a:lnTo>
                  <a:lnTo>
                    <a:pt x="82165" y="186130"/>
                  </a:lnTo>
                  <a:lnTo>
                    <a:pt x="81243" y="143545"/>
                  </a:lnTo>
                  <a:lnTo>
                    <a:pt x="81252" y="59589"/>
                  </a:lnTo>
                  <a:lnTo>
                    <a:pt x="81495" y="31180"/>
                  </a:lnTo>
                  <a:lnTo>
                    <a:pt x="82447" y="12994"/>
                  </a:lnTo>
                  <a:lnTo>
                    <a:pt x="83452" y="7853"/>
                  </a:lnTo>
                  <a:lnTo>
                    <a:pt x="95222" y="5727"/>
                  </a:lnTo>
                  <a:lnTo>
                    <a:pt x="92981" y="5779"/>
                  </a:lnTo>
                  <a:lnTo>
                    <a:pt x="101148" y="5141"/>
                  </a:lnTo>
                  <a:lnTo>
                    <a:pt x="102949" y="4816"/>
                  </a:lnTo>
                  <a:lnTo>
                    <a:pt x="102949" y="607"/>
                  </a:lnTo>
                  <a:lnTo>
                    <a:pt x="10084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5" name="Google Shape;25;p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300789" y="382094"/>
              <a:ext cx="87630" cy="22845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" name="Google Shape;26;p8"/>
            <p:cNvSpPr/>
            <p:nvPr/>
          </p:nvSpPr>
          <p:spPr>
            <a:xfrm>
              <a:off x="680603" y="377869"/>
              <a:ext cx="1172845" cy="523240"/>
            </a:xfrm>
            <a:custGeom>
              <a:avLst/>
              <a:gdLst/>
              <a:ahLst/>
              <a:cxnLst/>
              <a:rect l="l" t="t" r="r" b="b"/>
              <a:pathLst>
                <a:path w="1172845" h="523240" extrusionOk="0">
                  <a:moveTo>
                    <a:pt x="857000" y="0"/>
                  </a:moveTo>
                  <a:lnTo>
                    <a:pt x="852780" y="0"/>
                  </a:lnTo>
                  <a:lnTo>
                    <a:pt x="851879" y="1811"/>
                  </a:lnTo>
                  <a:lnTo>
                    <a:pt x="847574" y="22189"/>
                  </a:lnTo>
                  <a:lnTo>
                    <a:pt x="845531" y="33342"/>
                  </a:lnTo>
                  <a:lnTo>
                    <a:pt x="844623" y="40490"/>
                  </a:lnTo>
                  <a:lnTo>
                    <a:pt x="844623" y="43789"/>
                  </a:lnTo>
                  <a:lnTo>
                    <a:pt x="845241" y="45328"/>
                  </a:lnTo>
                  <a:lnTo>
                    <a:pt x="849146" y="45328"/>
                  </a:lnTo>
                  <a:lnTo>
                    <a:pt x="850047" y="44092"/>
                  </a:lnTo>
                  <a:lnTo>
                    <a:pt x="851262" y="39244"/>
                  </a:lnTo>
                  <a:lnTo>
                    <a:pt x="852780" y="35611"/>
                  </a:lnTo>
                  <a:lnTo>
                    <a:pt x="930076" y="21140"/>
                  </a:lnTo>
                  <a:lnTo>
                    <a:pt x="930052" y="165597"/>
                  </a:lnTo>
                  <a:lnTo>
                    <a:pt x="928579" y="212956"/>
                  </a:lnTo>
                  <a:lnTo>
                    <a:pt x="915574" y="230872"/>
                  </a:lnTo>
                  <a:lnTo>
                    <a:pt x="906590" y="230872"/>
                  </a:lnTo>
                  <a:lnTo>
                    <a:pt x="832257" y="234620"/>
                  </a:lnTo>
                  <a:lnTo>
                    <a:pt x="759564" y="241935"/>
                  </a:lnTo>
                  <a:lnTo>
                    <a:pt x="688744" y="252412"/>
                  </a:lnTo>
                  <a:lnTo>
                    <a:pt x="620035" y="265644"/>
                  </a:lnTo>
                  <a:lnTo>
                    <a:pt x="553671" y="281227"/>
                  </a:lnTo>
                  <a:lnTo>
                    <a:pt x="489889" y="298756"/>
                  </a:lnTo>
                  <a:lnTo>
                    <a:pt x="428924" y="317824"/>
                  </a:lnTo>
                  <a:lnTo>
                    <a:pt x="371012" y="338027"/>
                  </a:lnTo>
                  <a:lnTo>
                    <a:pt x="316389" y="358959"/>
                  </a:lnTo>
                  <a:lnTo>
                    <a:pt x="265290" y="380214"/>
                  </a:lnTo>
                  <a:lnTo>
                    <a:pt x="217951" y="401388"/>
                  </a:lnTo>
                  <a:lnTo>
                    <a:pt x="174608" y="422076"/>
                  </a:lnTo>
                  <a:lnTo>
                    <a:pt x="135496" y="441870"/>
                  </a:lnTo>
                  <a:lnTo>
                    <a:pt x="100852" y="460368"/>
                  </a:lnTo>
                  <a:lnTo>
                    <a:pt x="45908" y="491847"/>
                  </a:lnTo>
                  <a:lnTo>
                    <a:pt x="11662" y="513271"/>
                  </a:lnTo>
                  <a:lnTo>
                    <a:pt x="0" y="521397"/>
                  </a:lnTo>
                  <a:lnTo>
                    <a:pt x="879" y="522675"/>
                  </a:lnTo>
                  <a:lnTo>
                    <a:pt x="2617" y="523010"/>
                  </a:lnTo>
                  <a:lnTo>
                    <a:pt x="16076" y="514646"/>
                  </a:lnTo>
                  <a:lnTo>
                    <a:pt x="30286" y="506314"/>
                  </a:lnTo>
                  <a:lnTo>
                    <a:pt x="74424" y="482231"/>
                  </a:lnTo>
                  <a:lnTo>
                    <a:pt x="138775" y="450581"/>
                  </a:lnTo>
                  <a:lnTo>
                    <a:pt x="178248" y="432789"/>
                  </a:lnTo>
                  <a:lnTo>
                    <a:pt x="222438" y="414151"/>
                  </a:lnTo>
                  <a:lnTo>
                    <a:pt x="271232" y="395015"/>
                  </a:lnTo>
                  <a:lnTo>
                    <a:pt x="324518" y="375728"/>
                  </a:lnTo>
                  <a:lnTo>
                    <a:pt x="382184" y="356641"/>
                  </a:lnTo>
                  <a:lnTo>
                    <a:pt x="444117" y="338101"/>
                  </a:lnTo>
                  <a:lnTo>
                    <a:pt x="510205" y="320457"/>
                  </a:lnTo>
                  <a:lnTo>
                    <a:pt x="580337" y="304057"/>
                  </a:lnTo>
                  <a:lnTo>
                    <a:pt x="654399" y="289249"/>
                  </a:lnTo>
                  <a:lnTo>
                    <a:pt x="732281" y="276382"/>
                  </a:lnTo>
                  <a:lnTo>
                    <a:pt x="813868" y="265805"/>
                  </a:lnTo>
                  <a:lnTo>
                    <a:pt x="899051" y="257866"/>
                  </a:lnTo>
                  <a:lnTo>
                    <a:pt x="991483" y="251346"/>
                  </a:lnTo>
                  <a:lnTo>
                    <a:pt x="1066488" y="246686"/>
                  </a:lnTo>
                  <a:lnTo>
                    <a:pt x="1122355" y="243655"/>
                  </a:lnTo>
                  <a:lnTo>
                    <a:pt x="1171241" y="241594"/>
                  </a:lnTo>
                  <a:lnTo>
                    <a:pt x="1172498" y="240631"/>
                  </a:lnTo>
                  <a:lnTo>
                    <a:pt x="1134845" y="233772"/>
                  </a:lnTo>
                  <a:lnTo>
                    <a:pt x="1078170" y="230715"/>
                  </a:lnTo>
                  <a:lnTo>
                    <a:pt x="988315" y="229657"/>
                  </a:lnTo>
                  <a:lnTo>
                    <a:pt x="972075" y="227678"/>
                  </a:lnTo>
                  <a:lnTo>
                    <a:pt x="968043" y="184346"/>
                  </a:lnTo>
                  <a:lnTo>
                    <a:pt x="967855" y="145042"/>
                  </a:lnTo>
                  <a:lnTo>
                    <a:pt x="967855" y="21140"/>
                  </a:lnTo>
                  <a:lnTo>
                    <a:pt x="1022732" y="23845"/>
                  </a:lnTo>
                  <a:lnTo>
                    <a:pt x="1042135" y="46825"/>
                  </a:lnTo>
                  <a:lnTo>
                    <a:pt x="1042743" y="48354"/>
                  </a:lnTo>
                  <a:lnTo>
                    <a:pt x="1046983" y="48354"/>
                  </a:lnTo>
                  <a:lnTo>
                    <a:pt x="1047559" y="46511"/>
                  </a:lnTo>
                  <a:lnTo>
                    <a:pt x="1047884" y="43496"/>
                  </a:lnTo>
                  <a:lnTo>
                    <a:pt x="1048784" y="3884"/>
                  </a:lnTo>
                  <a:lnTo>
                    <a:pt x="1048481" y="2083"/>
                  </a:lnTo>
                  <a:lnTo>
                    <a:pt x="1045172" y="2083"/>
                  </a:lnTo>
                  <a:lnTo>
                    <a:pt x="1038209" y="3612"/>
                  </a:lnTo>
                  <a:lnTo>
                    <a:pt x="1027047" y="5151"/>
                  </a:lnTo>
                  <a:lnTo>
                    <a:pt x="890079" y="5042"/>
                  </a:lnTo>
                  <a:lnTo>
                    <a:pt x="874576" y="4246"/>
                  </a:lnTo>
                  <a:lnTo>
                    <a:pt x="860047" y="3026"/>
                  </a:lnTo>
                  <a:lnTo>
                    <a:pt x="8570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9" name="Google Shape;49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8" name="Google Shape;8;p7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-1" y="0"/>
            <a:ext cx="12447917" cy="7874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7"/>
          <p:cNvSpPr txBox="1"/>
          <p:nvPr/>
        </p:nvSpPr>
        <p:spPr>
          <a:xfrm>
            <a:off x="3259138" y="247650"/>
            <a:ext cx="1739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Course: </a:t>
            </a:r>
            <a:r>
              <a:rPr lang="en-DE" sz="14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ECE 652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7"/>
          <p:cNvSpPr txBox="1"/>
          <p:nvPr/>
        </p:nvSpPr>
        <p:spPr>
          <a:xfrm>
            <a:off x="10861157" y="247650"/>
            <a:ext cx="9620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NJIT Online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7"/>
          <p:cNvGrpSpPr/>
          <p:nvPr/>
        </p:nvGrpSpPr>
        <p:grpSpPr>
          <a:xfrm>
            <a:off x="417513" y="247650"/>
            <a:ext cx="817562" cy="365125"/>
            <a:chOff x="680603" y="376946"/>
            <a:chExt cx="1172845" cy="524163"/>
          </a:xfrm>
        </p:grpSpPr>
        <p:pic>
          <p:nvPicPr>
            <p:cNvPr id="12" name="Google Shape;12;p7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686939" y="376946"/>
              <a:ext cx="241270" cy="23721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13;p7"/>
            <p:cNvSpPr/>
            <p:nvPr/>
          </p:nvSpPr>
          <p:spPr>
            <a:xfrm>
              <a:off x="1049898" y="382094"/>
              <a:ext cx="103505" cy="306705"/>
            </a:xfrm>
            <a:custGeom>
              <a:avLst/>
              <a:gdLst/>
              <a:ahLst/>
              <a:cxnLst/>
              <a:rect l="l" t="t" r="r" b="b"/>
              <a:pathLst>
                <a:path w="103505" h="306705" extrusionOk="0">
                  <a:moveTo>
                    <a:pt x="100845" y="0"/>
                  </a:moveTo>
                  <a:lnTo>
                    <a:pt x="87388" y="145"/>
                  </a:lnTo>
                  <a:lnTo>
                    <a:pt x="62814" y="931"/>
                  </a:lnTo>
                  <a:lnTo>
                    <a:pt x="37059" y="145"/>
                  </a:lnTo>
                  <a:lnTo>
                    <a:pt x="21077" y="0"/>
                  </a:lnTo>
                  <a:lnTo>
                    <a:pt x="18931" y="607"/>
                  </a:lnTo>
                  <a:lnTo>
                    <a:pt x="18931" y="4816"/>
                  </a:lnTo>
                  <a:lnTo>
                    <a:pt x="20774" y="5455"/>
                  </a:lnTo>
                  <a:lnTo>
                    <a:pt x="28292" y="5455"/>
                  </a:lnTo>
                  <a:lnTo>
                    <a:pt x="30595" y="5727"/>
                  </a:lnTo>
                  <a:lnTo>
                    <a:pt x="43014" y="8439"/>
                  </a:lnTo>
                  <a:lnTo>
                    <a:pt x="42585" y="13298"/>
                  </a:lnTo>
                  <a:lnTo>
                    <a:pt x="43537" y="31180"/>
                  </a:lnTo>
                  <a:lnTo>
                    <a:pt x="43714" y="41981"/>
                  </a:lnTo>
                  <a:lnTo>
                    <a:pt x="43789" y="87630"/>
                  </a:lnTo>
                  <a:lnTo>
                    <a:pt x="43789" y="174371"/>
                  </a:lnTo>
                  <a:lnTo>
                    <a:pt x="43477" y="213698"/>
                  </a:lnTo>
                  <a:lnTo>
                    <a:pt x="34353" y="268000"/>
                  </a:lnTo>
                  <a:lnTo>
                    <a:pt x="1507" y="301299"/>
                  </a:lnTo>
                  <a:lnTo>
                    <a:pt x="0" y="302493"/>
                  </a:lnTo>
                  <a:lnTo>
                    <a:pt x="0" y="305498"/>
                  </a:lnTo>
                  <a:lnTo>
                    <a:pt x="1193" y="306440"/>
                  </a:lnTo>
                  <a:lnTo>
                    <a:pt x="3905" y="306440"/>
                  </a:lnTo>
                  <a:lnTo>
                    <a:pt x="6334" y="305823"/>
                  </a:lnTo>
                  <a:lnTo>
                    <a:pt x="8460" y="304608"/>
                  </a:lnTo>
                  <a:lnTo>
                    <a:pt x="19643" y="299174"/>
                  </a:lnTo>
                  <a:lnTo>
                    <a:pt x="57716" y="268423"/>
                  </a:lnTo>
                  <a:lnTo>
                    <a:pt x="78582" y="226562"/>
                  </a:lnTo>
                  <a:lnTo>
                    <a:pt x="82165" y="186130"/>
                  </a:lnTo>
                  <a:lnTo>
                    <a:pt x="81243" y="143545"/>
                  </a:lnTo>
                  <a:lnTo>
                    <a:pt x="81252" y="59589"/>
                  </a:lnTo>
                  <a:lnTo>
                    <a:pt x="81495" y="31180"/>
                  </a:lnTo>
                  <a:lnTo>
                    <a:pt x="82447" y="12994"/>
                  </a:lnTo>
                  <a:lnTo>
                    <a:pt x="83452" y="7853"/>
                  </a:lnTo>
                  <a:lnTo>
                    <a:pt x="95222" y="5727"/>
                  </a:lnTo>
                  <a:lnTo>
                    <a:pt x="92981" y="5779"/>
                  </a:lnTo>
                  <a:lnTo>
                    <a:pt x="101148" y="5141"/>
                  </a:lnTo>
                  <a:lnTo>
                    <a:pt x="102949" y="4816"/>
                  </a:lnTo>
                  <a:lnTo>
                    <a:pt x="102949" y="607"/>
                  </a:lnTo>
                  <a:lnTo>
                    <a:pt x="10084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" name="Google Shape;14;p7"/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1300789" y="382094"/>
              <a:ext cx="87630" cy="22845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" name="Google Shape;15;p7"/>
            <p:cNvSpPr/>
            <p:nvPr/>
          </p:nvSpPr>
          <p:spPr>
            <a:xfrm>
              <a:off x="680603" y="377869"/>
              <a:ext cx="1172845" cy="523240"/>
            </a:xfrm>
            <a:custGeom>
              <a:avLst/>
              <a:gdLst/>
              <a:ahLst/>
              <a:cxnLst/>
              <a:rect l="l" t="t" r="r" b="b"/>
              <a:pathLst>
                <a:path w="1172845" h="523240" extrusionOk="0">
                  <a:moveTo>
                    <a:pt x="857000" y="0"/>
                  </a:moveTo>
                  <a:lnTo>
                    <a:pt x="852780" y="0"/>
                  </a:lnTo>
                  <a:lnTo>
                    <a:pt x="851879" y="1811"/>
                  </a:lnTo>
                  <a:lnTo>
                    <a:pt x="847574" y="22189"/>
                  </a:lnTo>
                  <a:lnTo>
                    <a:pt x="845531" y="33342"/>
                  </a:lnTo>
                  <a:lnTo>
                    <a:pt x="844623" y="40490"/>
                  </a:lnTo>
                  <a:lnTo>
                    <a:pt x="844623" y="43789"/>
                  </a:lnTo>
                  <a:lnTo>
                    <a:pt x="845241" y="45328"/>
                  </a:lnTo>
                  <a:lnTo>
                    <a:pt x="849146" y="45328"/>
                  </a:lnTo>
                  <a:lnTo>
                    <a:pt x="850047" y="44092"/>
                  </a:lnTo>
                  <a:lnTo>
                    <a:pt x="851262" y="39244"/>
                  </a:lnTo>
                  <a:lnTo>
                    <a:pt x="852780" y="35611"/>
                  </a:lnTo>
                  <a:lnTo>
                    <a:pt x="930076" y="21140"/>
                  </a:lnTo>
                  <a:lnTo>
                    <a:pt x="930052" y="165597"/>
                  </a:lnTo>
                  <a:lnTo>
                    <a:pt x="928579" y="212956"/>
                  </a:lnTo>
                  <a:lnTo>
                    <a:pt x="915574" y="230872"/>
                  </a:lnTo>
                  <a:lnTo>
                    <a:pt x="906590" y="230872"/>
                  </a:lnTo>
                  <a:lnTo>
                    <a:pt x="832257" y="234620"/>
                  </a:lnTo>
                  <a:lnTo>
                    <a:pt x="759564" y="241935"/>
                  </a:lnTo>
                  <a:lnTo>
                    <a:pt x="688744" y="252412"/>
                  </a:lnTo>
                  <a:lnTo>
                    <a:pt x="620035" y="265644"/>
                  </a:lnTo>
                  <a:lnTo>
                    <a:pt x="553671" y="281227"/>
                  </a:lnTo>
                  <a:lnTo>
                    <a:pt x="489889" y="298756"/>
                  </a:lnTo>
                  <a:lnTo>
                    <a:pt x="428924" y="317824"/>
                  </a:lnTo>
                  <a:lnTo>
                    <a:pt x="371012" y="338027"/>
                  </a:lnTo>
                  <a:lnTo>
                    <a:pt x="316389" y="358959"/>
                  </a:lnTo>
                  <a:lnTo>
                    <a:pt x="265290" y="380214"/>
                  </a:lnTo>
                  <a:lnTo>
                    <a:pt x="217951" y="401388"/>
                  </a:lnTo>
                  <a:lnTo>
                    <a:pt x="174608" y="422076"/>
                  </a:lnTo>
                  <a:lnTo>
                    <a:pt x="135496" y="441870"/>
                  </a:lnTo>
                  <a:lnTo>
                    <a:pt x="100852" y="460368"/>
                  </a:lnTo>
                  <a:lnTo>
                    <a:pt x="45908" y="491847"/>
                  </a:lnTo>
                  <a:lnTo>
                    <a:pt x="11662" y="513271"/>
                  </a:lnTo>
                  <a:lnTo>
                    <a:pt x="0" y="521397"/>
                  </a:lnTo>
                  <a:lnTo>
                    <a:pt x="879" y="522675"/>
                  </a:lnTo>
                  <a:lnTo>
                    <a:pt x="2617" y="523010"/>
                  </a:lnTo>
                  <a:lnTo>
                    <a:pt x="16076" y="514646"/>
                  </a:lnTo>
                  <a:lnTo>
                    <a:pt x="30286" y="506314"/>
                  </a:lnTo>
                  <a:lnTo>
                    <a:pt x="74424" y="482231"/>
                  </a:lnTo>
                  <a:lnTo>
                    <a:pt x="138775" y="450581"/>
                  </a:lnTo>
                  <a:lnTo>
                    <a:pt x="178248" y="432789"/>
                  </a:lnTo>
                  <a:lnTo>
                    <a:pt x="222438" y="414151"/>
                  </a:lnTo>
                  <a:lnTo>
                    <a:pt x="271232" y="395015"/>
                  </a:lnTo>
                  <a:lnTo>
                    <a:pt x="324518" y="375728"/>
                  </a:lnTo>
                  <a:lnTo>
                    <a:pt x="382184" y="356641"/>
                  </a:lnTo>
                  <a:lnTo>
                    <a:pt x="444117" y="338101"/>
                  </a:lnTo>
                  <a:lnTo>
                    <a:pt x="510205" y="320457"/>
                  </a:lnTo>
                  <a:lnTo>
                    <a:pt x="580337" y="304057"/>
                  </a:lnTo>
                  <a:lnTo>
                    <a:pt x="654399" y="289249"/>
                  </a:lnTo>
                  <a:lnTo>
                    <a:pt x="732281" y="276382"/>
                  </a:lnTo>
                  <a:lnTo>
                    <a:pt x="813868" y="265805"/>
                  </a:lnTo>
                  <a:lnTo>
                    <a:pt x="899051" y="257866"/>
                  </a:lnTo>
                  <a:lnTo>
                    <a:pt x="991483" y="251346"/>
                  </a:lnTo>
                  <a:lnTo>
                    <a:pt x="1066488" y="246686"/>
                  </a:lnTo>
                  <a:lnTo>
                    <a:pt x="1122355" y="243655"/>
                  </a:lnTo>
                  <a:lnTo>
                    <a:pt x="1171241" y="241594"/>
                  </a:lnTo>
                  <a:lnTo>
                    <a:pt x="1172498" y="240631"/>
                  </a:lnTo>
                  <a:lnTo>
                    <a:pt x="1134845" y="233772"/>
                  </a:lnTo>
                  <a:lnTo>
                    <a:pt x="1078170" y="230715"/>
                  </a:lnTo>
                  <a:lnTo>
                    <a:pt x="988315" y="229657"/>
                  </a:lnTo>
                  <a:lnTo>
                    <a:pt x="972075" y="227678"/>
                  </a:lnTo>
                  <a:lnTo>
                    <a:pt x="968043" y="184346"/>
                  </a:lnTo>
                  <a:lnTo>
                    <a:pt x="967855" y="145042"/>
                  </a:lnTo>
                  <a:lnTo>
                    <a:pt x="967855" y="21140"/>
                  </a:lnTo>
                  <a:lnTo>
                    <a:pt x="1022732" y="23845"/>
                  </a:lnTo>
                  <a:lnTo>
                    <a:pt x="1042135" y="46825"/>
                  </a:lnTo>
                  <a:lnTo>
                    <a:pt x="1042743" y="48354"/>
                  </a:lnTo>
                  <a:lnTo>
                    <a:pt x="1046983" y="48354"/>
                  </a:lnTo>
                  <a:lnTo>
                    <a:pt x="1047559" y="46511"/>
                  </a:lnTo>
                  <a:lnTo>
                    <a:pt x="1047884" y="43496"/>
                  </a:lnTo>
                  <a:lnTo>
                    <a:pt x="1048784" y="3884"/>
                  </a:lnTo>
                  <a:lnTo>
                    <a:pt x="1048481" y="2083"/>
                  </a:lnTo>
                  <a:lnTo>
                    <a:pt x="1045172" y="2083"/>
                  </a:lnTo>
                  <a:lnTo>
                    <a:pt x="1038209" y="3612"/>
                  </a:lnTo>
                  <a:lnTo>
                    <a:pt x="1027047" y="5151"/>
                  </a:lnTo>
                  <a:lnTo>
                    <a:pt x="890079" y="5042"/>
                  </a:lnTo>
                  <a:lnTo>
                    <a:pt x="874576" y="4246"/>
                  </a:lnTo>
                  <a:lnTo>
                    <a:pt x="860047" y="3026"/>
                  </a:lnTo>
                  <a:lnTo>
                    <a:pt x="8570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outhwire.com/wire-cable/bare-aluminum-overhead-transmission-distribution/c/c-bare-aluminum-overhead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pscad.com/knowledge-base/article/44" TargetMode="External"/><Relationship Id="rId5" Type="http://schemas.openxmlformats.org/officeDocument/2006/relationships/hyperlink" Target="https://www.pscad.com/knowledge-base/topic-281/v-" TargetMode="External"/><Relationship Id="rId4" Type="http://schemas.openxmlformats.org/officeDocument/2006/relationships/hyperlink" Target="https://new.abb.com/docs/default-source/ewea-doc/xlpe-submarine-cable-systems-2gm5007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"/>
          <p:cNvSpPr txBox="1">
            <a:spLocks noGrp="1"/>
          </p:cNvSpPr>
          <p:nvPr>
            <p:ph type="ctrTitle" idx="4294967295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DE" dirty="0"/>
              <a:t>Module 02</a:t>
            </a:r>
            <a:endParaRPr dirty="0"/>
          </a:p>
        </p:txBody>
      </p:sp>
      <p:sp>
        <p:nvSpPr>
          <p:cNvPr id="65" name="Google Shape;65;p1"/>
          <p:cNvSpPr txBox="1">
            <a:spLocks noGrp="1"/>
          </p:cNvSpPr>
          <p:nvPr>
            <p:ph type="subTitle" idx="4294967295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AC Power Transmission and PSCAD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332EE17F-BA92-2632-AAEB-9EF3147A1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E669F1FE-5125-BA91-B30D-1453B4D49641}"/>
              </a:ext>
            </a:extLst>
          </p:cNvPr>
          <p:cNvSpPr txBox="1"/>
          <p:nvPr/>
        </p:nvSpPr>
        <p:spPr>
          <a:xfrm>
            <a:off x="115900" y="984999"/>
            <a:ext cx="6806100" cy="783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b="0" i="0" u="none" strike="noStrike" cap="none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Power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 exchange</a:t>
            </a:r>
            <a:r>
              <a:rPr lang="en-DE" sz="3200" b="0" i="0" u="none" strike="noStrike" cap="none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 in AC grid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 descr="Network representation for power flow calculation through the impedance.">
            <a:extLst>
              <a:ext uri="{FF2B5EF4-FFF2-40B4-BE49-F238E27FC236}">
                <a16:creationId xmlns:a16="http://schemas.microsoft.com/office/drawing/2014/main" id="{61E180CE-9BC3-9590-D353-9B63B6954D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0705" y="1695402"/>
            <a:ext cx="4800600" cy="20764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9A8A088-1DE5-4B19-AAAC-150B8A866E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304" y="4221708"/>
            <a:ext cx="3919794" cy="15802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702E5E5-1ABB-407F-CEDD-784E686E89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3189" y="3859419"/>
            <a:ext cx="5833490" cy="22690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F296A3E-AC5B-B911-D6E4-EB49BFF67810}"/>
              </a:ext>
            </a:extLst>
          </p:cNvPr>
          <p:cNvSpPr txBox="1"/>
          <p:nvPr/>
        </p:nvSpPr>
        <p:spPr>
          <a:xfrm>
            <a:off x="4305868" y="6385911"/>
            <a:ext cx="35802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i="1" dirty="0"/>
              <a:t>IEC TR 63363-1:2022</a:t>
            </a:r>
          </a:p>
        </p:txBody>
      </p:sp>
    </p:spTree>
    <p:extLst>
      <p:ext uri="{BB962C8B-B14F-4D97-AF65-F5344CB8AC3E}">
        <p14:creationId xmlns:p14="http://schemas.microsoft.com/office/powerpoint/2010/main" val="3290292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97FB98F2-A60A-3017-26F7-9C58FDC41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96746E96-4C41-FBDD-6522-D1777B7E9CFF}"/>
              </a:ext>
            </a:extLst>
          </p:cNvPr>
          <p:cNvSpPr txBox="1"/>
          <p:nvPr/>
        </p:nvSpPr>
        <p:spPr>
          <a:xfrm>
            <a:off x="115900" y="984999"/>
            <a:ext cx="6806100" cy="783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b="0" i="0" u="none" strike="noStrike" cap="none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Power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 exchange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Copy">
            <a:extLst>
              <a:ext uri="{FF2B5EF4-FFF2-40B4-BE49-F238E27FC236}">
                <a16:creationId xmlns:a16="http://schemas.microsoft.com/office/drawing/2014/main" id="{7C09A1A3-77C6-9289-D48E-2BEDBFB74E31}"/>
              </a:ext>
            </a:extLst>
          </p:cNvPr>
          <p:cNvSpPr txBox="1">
            <a:spLocks/>
          </p:cNvSpPr>
          <p:nvPr/>
        </p:nvSpPr>
        <p:spPr>
          <a:xfrm>
            <a:off x="412222" y="5504598"/>
            <a:ext cx="9141211" cy="668739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DE" dirty="0"/>
              <a:t>For active power transmission </a:t>
            </a:r>
            <a:r>
              <a:rPr lang="en-DE" b="1" dirty="0"/>
              <a:t>reactive power is necessary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DE" dirty="0"/>
              <a:t>Increase of AC voltage increases the demand of the reactive power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DE" dirty="0"/>
              <a:t>Changing of power flow direction changes also the reactive power demand</a:t>
            </a:r>
          </a:p>
          <a:p>
            <a:pPr lvl="1"/>
            <a:endParaRPr lang="en-US" dirty="0"/>
          </a:p>
        </p:txBody>
      </p:sp>
      <p:graphicFrame>
        <p:nvGraphicFramePr>
          <p:cNvPr id="30" name="Table 4">
            <a:extLst>
              <a:ext uri="{FF2B5EF4-FFF2-40B4-BE49-F238E27FC236}">
                <a16:creationId xmlns:a16="http://schemas.microsoft.com/office/drawing/2014/main" id="{58140A57-D39B-782B-DA83-696F99EF67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2525236"/>
              </p:ext>
            </p:extLst>
          </p:nvPr>
        </p:nvGraphicFramePr>
        <p:xfrm>
          <a:off x="3342564" y="1945640"/>
          <a:ext cx="5506871" cy="296672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078294">
                  <a:extLst>
                    <a:ext uri="{9D8B030D-6E8A-4147-A177-3AD203B41FA5}">
                      <a16:colId xmlns:a16="http://schemas.microsoft.com/office/drawing/2014/main" val="2200192908"/>
                    </a:ext>
                  </a:extLst>
                </a:gridCol>
                <a:gridCol w="1164181">
                  <a:extLst>
                    <a:ext uri="{9D8B030D-6E8A-4147-A177-3AD203B41FA5}">
                      <a16:colId xmlns:a16="http://schemas.microsoft.com/office/drawing/2014/main" val="178526578"/>
                    </a:ext>
                  </a:extLst>
                </a:gridCol>
                <a:gridCol w="1088132">
                  <a:extLst>
                    <a:ext uri="{9D8B030D-6E8A-4147-A177-3AD203B41FA5}">
                      <a16:colId xmlns:a16="http://schemas.microsoft.com/office/drawing/2014/main" val="699813298"/>
                    </a:ext>
                  </a:extLst>
                </a:gridCol>
                <a:gridCol w="1088132">
                  <a:extLst>
                    <a:ext uri="{9D8B030D-6E8A-4147-A177-3AD203B41FA5}">
                      <a16:colId xmlns:a16="http://schemas.microsoft.com/office/drawing/2014/main" val="1095492686"/>
                    </a:ext>
                  </a:extLst>
                </a:gridCol>
                <a:gridCol w="1088132">
                  <a:extLst>
                    <a:ext uri="{9D8B030D-6E8A-4147-A177-3AD203B41FA5}">
                      <a16:colId xmlns:a16="http://schemas.microsoft.com/office/drawing/2014/main" val="5124063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Parameter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Case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Case 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Case 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DE" b="0" dirty="0"/>
                        <a:t>Case 4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0783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DE" b="1" dirty="0"/>
                        <a:t>P</a:t>
                      </a:r>
                      <a:r>
                        <a:rPr lang="en-DE" b="1" baseline="-25000" dirty="0"/>
                        <a:t>S</a:t>
                      </a:r>
                      <a:endParaRPr lang="en-US" b="1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b="1" dirty="0"/>
                        <a:t>1000 MW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b="1" dirty="0"/>
                        <a:t>1500 MW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b="1" dirty="0"/>
                        <a:t>1000 MW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b="1" dirty="0"/>
                        <a:t>-1000 MW</a:t>
                      </a:r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2420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/>
                        <a:t>U</a:t>
                      </a:r>
                      <a:r>
                        <a:rPr lang="en-DE" baseline="-25000" dirty="0"/>
                        <a:t>E</a:t>
                      </a:r>
                      <a:endParaRPr lang="en-US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230 kV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230 kV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230 kV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230 kV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167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b="1" dirty="0"/>
                        <a:t>U</a:t>
                      </a:r>
                      <a:r>
                        <a:rPr lang="en-DE" b="1" baseline="-25000" dirty="0"/>
                        <a:t>S</a:t>
                      </a:r>
                      <a:endParaRPr lang="en-US" b="1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DE" b="1" dirty="0"/>
                        <a:t>232 kV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DE" b="1" dirty="0"/>
                        <a:t>232 kV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DE" b="1" dirty="0"/>
                        <a:t>240 kV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DE" b="1" dirty="0"/>
                        <a:t>232 kV</a:t>
                      </a:r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5200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/>
                        <a:t>R</a:t>
                      </a:r>
                      <a:r>
                        <a:rPr lang="en-DE" baseline="-25000" dirty="0"/>
                        <a:t>S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0.144 </a:t>
                      </a:r>
                      <a:r>
                        <a:rPr lang="el-GR" dirty="0"/>
                        <a:t>Ω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0.144 </a:t>
                      </a:r>
                      <a:r>
                        <a:rPr lang="el-GR" dirty="0"/>
                        <a:t>Ω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0.144 </a:t>
                      </a:r>
                      <a:r>
                        <a:rPr lang="el-GR" dirty="0"/>
                        <a:t>Ω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0.144 </a:t>
                      </a:r>
                      <a:r>
                        <a:rPr lang="el-GR" dirty="0"/>
                        <a:t>Ω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6016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/>
                        <a:t>X</a:t>
                      </a:r>
                      <a:r>
                        <a:rPr lang="en-DE" baseline="-25000" dirty="0"/>
                        <a:t>S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DE" dirty="0"/>
                        <a:t>1.15 </a:t>
                      </a:r>
                      <a:r>
                        <a:rPr lang="el-GR" dirty="0"/>
                        <a:t>Ω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DE" dirty="0"/>
                        <a:t>1.15 </a:t>
                      </a:r>
                      <a:r>
                        <a:rPr lang="el-GR" dirty="0"/>
                        <a:t>Ω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DE" dirty="0"/>
                        <a:t>1.15 </a:t>
                      </a:r>
                      <a:r>
                        <a:rPr lang="el-GR" dirty="0"/>
                        <a:t>Ω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DE" dirty="0"/>
                        <a:t>1.15 </a:t>
                      </a:r>
                      <a:r>
                        <a:rPr lang="el-GR" dirty="0"/>
                        <a:t>Ω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0770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δ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1.19°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1.816°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1.081°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-1.319°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4827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b="1" dirty="0"/>
                        <a:t>Q</a:t>
                      </a:r>
                      <a:r>
                        <a:rPr lang="en-DE" b="1" baseline="-25000" dirty="0"/>
                        <a:t>S</a:t>
                      </a:r>
                      <a:endParaRPr lang="en-US" b="1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b="1" dirty="0"/>
                        <a:t>288 MVAr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b="1" dirty="0"/>
                        <a:t>239 MVAr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b="1" dirty="0"/>
                        <a:t>905 MVAr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b="1" dirty="0"/>
                        <a:t>541 MVAr</a:t>
                      </a:r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16636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3819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9AE78DDE-6714-2E68-8B07-A9EF37BD6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971FBD2C-CB52-984F-A54E-9FEFE92BAD9B}"/>
              </a:ext>
            </a:extLst>
          </p:cNvPr>
          <p:cNvSpPr txBox="1"/>
          <p:nvPr/>
        </p:nvSpPr>
        <p:spPr>
          <a:xfrm>
            <a:off x="115900" y="984999"/>
            <a:ext cx="6806100" cy="783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b="0" i="0" u="none" strike="noStrike" cap="none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Power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 exchange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Active power flow depending on the phase difference between the AC line ends.">
            <a:extLst>
              <a:ext uri="{FF2B5EF4-FFF2-40B4-BE49-F238E27FC236}">
                <a16:creationId xmlns:a16="http://schemas.microsoft.com/office/drawing/2014/main" id="{046CCC0A-0996-A031-CA74-5FC4C97E5C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350" y="1997122"/>
            <a:ext cx="5298685" cy="3181563"/>
          </a:xfrm>
          <a:prstGeom prst="rect">
            <a:avLst/>
          </a:prstGeom>
        </p:spPr>
      </p:pic>
      <p:sp>
        <p:nvSpPr>
          <p:cNvPr id="2" name="Copy">
            <a:extLst>
              <a:ext uri="{FF2B5EF4-FFF2-40B4-BE49-F238E27FC236}">
                <a16:creationId xmlns:a16="http://schemas.microsoft.com/office/drawing/2014/main" id="{16961A2E-AFFE-E431-174D-D9670A0E38A6}"/>
              </a:ext>
            </a:extLst>
          </p:cNvPr>
          <p:cNvSpPr txBox="1">
            <a:spLocks/>
          </p:cNvSpPr>
          <p:nvPr/>
        </p:nvSpPr>
        <p:spPr>
          <a:xfrm>
            <a:off x="367350" y="5750258"/>
            <a:ext cx="9141211" cy="92776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DE" b="1" dirty="0"/>
              <a:t>Active power</a:t>
            </a:r>
            <a:r>
              <a:rPr lang="en-DE" dirty="0"/>
              <a:t> transmission is done by </a:t>
            </a:r>
            <a:r>
              <a:rPr lang="en-DE" b="1" dirty="0"/>
              <a:t>phase difference</a:t>
            </a:r>
            <a:r>
              <a:rPr lang="en-DE" dirty="0"/>
              <a:t> variation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DE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DE" b="1" dirty="0"/>
              <a:t>Reactive power</a:t>
            </a:r>
            <a:r>
              <a:rPr lang="en-DE" dirty="0"/>
              <a:t> transmission is done by </a:t>
            </a:r>
            <a:r>
              <a:rPr lang="en-DE" b="1" dirty="0"/>
              <a:t>voltage amplitude</a:t>
            </a:r>
          </a:p>
        </p:txBody>
      </p:sp>
      <p:pic>
        <p:nvPicPr>
          <p:cNvPr id="9" name="Picture 8" descr="Active power flow depending on the voltage difference between the AC line ends.">
            <a:extLst>
              <a:ext uri="{FF2B5EF4-FFF2-40B4-BE49-F238E27FC236}">
                <a16:creationId xmlns:a16="http://schemas.microsoft.com/office/drawing/2014/main" id="{404C1327-1232-88D1-5FCC-F3F9BDB1C2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5966" y="1997121"/>
            <a:ext cx="5298684" cy="3181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746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939E318C-95F7-27BE-E087-9E83B206C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CAF641D3-133C-4C23-C13C-CB2D464753F4}"/>
              </a:ext>
            </a:extLst>
          </p:cNvPr>
          <p:cNvSpPr txBox="1"/>
          <p:nvPr/>
        </p:nvSpPr>
        <p:spPr>
          <a:xfrm>
            <a:off x="115900" y="984999"/>
            <a:ext cx="6806100" cy="783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b="0" i="0" u="none" strike="noStrike" cap="none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Power Transmission in AC grid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Copy">
            <a:extLst>
              <a:ext uri="{FF2B5EF4-FFF2-40B4-BE49-F238E27FC236}">
                <a16:creationId xmlns:a16="http://schemas.microsoft.com/office/drawing/2014/main" id="{15B55434-2F57-2C50-C29D-66014489F1FD}"/>
              </a:ext>
            </a:extLst>
          </p:cNvPr>
          <p:cNvSpPr txBox="1">
            <a:spLocks/>
          </p:cNvSpPr>
          <p:nvPr/>
        </p:nvSpPr>
        <p:spPr>
          <a:xfrm>
            <a:off x="239350" y="4863153"/>
            <a:ext cx="9141211" cy="194457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DE" dirty="0"/>
              <a:t>Principles of AC power transmission are demonstrated with a simple AC network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DE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DE" dirty="0"/>
              <a:t>Grid is connected to the load with the impedance Z</a:t>
            </a:r>
            <a:r>
              <a:rPr lang="en-DE" baseline="-25000" dirty="0"/>
              <a:t>L</a:t>
            </a:r>
            <a:r>
              <a:rPr lang="en-DE" dirty="0"/>
              <a:t> via an AC cable with length </a:t>
            </a:r>
            <a:r>
              <a:rPr lang="en-DE" dirty="0" err="1"/>
              <a:t>L</a:t>
            </a:r>
            <a:r>
              <a:rPr lang="en-DE" baseline="-25000" dirty="0" err="1"/>
              <a:t>cable</a:t>
            </a:r>
            <a:endParaRPr lang="en-DE" baseline="-25000" dirty="0"/>
          </a:p>
          <a:p>
            <a:pPr marL="360000" lvl="3"/>
            <a:endParaRPr lang="en-DE" dirty="0"/>
          </a:p>
          <a:p>
            <a:pPr lvl="1"/>
            <a:endParaRPr lang="en-DE" dirty="0"/>
          </a:p>
          <a:p>
            <a:pPr lvl="1"/>
            <a:endParaRPr lang="en-US" dirty="0"/>
          </a:p>
        </p:txBody>
      </p:sp>
      <p:pic>
        <p:nvPicPr>
          <p:cNvPr id="16" name="Picture 15" descr="Power transmission through an ac cable.&#10;Single line diagram and signal overview.">
            <a:extLst>
              <a:ext uri="{FF2B5EF4-FFF2-40B4-BE49-F238E27FC236}">
                <a16:creationId xmlns:a16="http://schemas.microsoft.com/office/drawing/2014/main" id="{F60BF135-6534-BAE2-CC57-3B84435B07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077" y="2003802"/>
            <a:ext cx="7772400" cy="186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630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B18D1514-A204-AB9D-ADD3-E49F547CC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4C7B8A36-DBAD-841B-9473-706B57C0A06B}"/>
              </a:ext>
            </a:extLst>
          </p:cNvPr>
          <p:cNvSpPr txBox="1"/>
          <p:nvPr/>
        </p:nvSpPr>
        <p:spPr>
          <a:xfrm>
            <a:off x="115899" y="984999"/>
            <a:ext cx="9655897" cy="783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b="0" i="0" u="none" strike="noStrike" cap="none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Transmission line is represented by 2-port units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Copy">
            <a:extLst>
              <a:ext uri="{FF2B5EF4-FFF2-40B4-BE49-F238E27FC236}">
                <a16:creationId xmlns:a16="http://schemas.microsoft.com/office/drawing/2014/main" id="{C6979188-4AFB-E8B7-5006-3C4D3E653017}"/>
              </a:ext>
            </a:extLst>
          </p:cNvPr>
          <p:cNvSpPr txBox="1">
            <a:spLocks/>
          </p:cNvSpPr>
          <p:nvPr/>
        </p:nvSpPr>
        <p:spPr>
          <a:xfrm>
            <a:off x="239350" y="4863153"/>
            <a:ext cx="5497259" cy="1237396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A</a:t>
            </a:r>
            <a:r>
              <a:rPr lang="en-DE" dirty="0"/>
              <a:t>C line can be represented by a </a:t>
            </a:r>
            <a:r>
              <a:rPr lang="el-GR" dirty="0"/>
              <a:t>π</a:t>
            </a:r>
            <a:r>
              <a:rPr lang="en-DE" dirty="0"/>
              <a:t>-section model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DE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DE" dirty="0"/>
              <a:t>AC cables are dominated by capacitances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DE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DE" dirty="0"/>
              <a:t>AC overhead lines (OHL) are dominated by inductances</a:t>
            </a:r>
          </a:p>
          <a:p>
            <a:pPr marL="360000" lvl="3"/>
            <a:endParaRPr lang="en-DE" dirty="0"/>
          </a:p>
          <a:p>
            <a:pPr lvl="1"/>
            <a:endParaRPr lang="en-DE" dirty="0"/>
          </a:p>
          <a:p>
            <a:pPr lvl="1"/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D2D0369-6BE2-8495-6BA1-3204BA5296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3945002"/>
              </p:ext>
            </p:extLst>
          </p:nvPr>
        </p:nvGraphicFramePr>
        <p:xfrm>
          <a:off x="6812782" y="2191229"/>
          <a:ext cx="4330972" cy="200152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747412">
                  <a:extLst>
                    <a:ext uri="{9D8B030D-6E8A-4147-A177-3AD203B41FA5}">
                      <a16:colId xmlns:a16="http://schemas.microsoft.com/office/drawing/2014/main" val="2200192908"/>
                    </a:ext>
                  </a:extLst>
                </a:gridCol>
                <a:gridCol w="747412">
                  <a:extLst>
                    <a:ext uri="{9D8B030D-6E8A-4147-A177-3AD203B41FA5}">
                      <a16:colId xmlns:a16="http://schemas.microsoft.com/office/drawing/2014/main" val="2631560063"/>
                    </a:ext>
                  </a:extLst>
                </a:gridCol>
                <a:gridCol w="1418074">
                  <a:extLst>
                    <a:ext uri="{9D8B030D-6E8A-4147-A177-3AD203B41FA5}">
                      <a16:colId xmlns:a16="http://schemas.microsoft.com/office/drawing/2014/main" val="3683971582"/>
                    </a:ext>
                  </a:extLst>
                </a:gridCol>
                <a:gridCol w="1418074">
                  <a:extLst>
                    <a:ext uri="{9D8B030D-6E8A-4147-A177-3AD203B41FA5}">
                      <a16:colId xmlns:a16="http://schemas.microsoft.com/office/drawing/2014/main" val="411514433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DE" dirty="0"/>
                        <a:t>Parameter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OHL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Cable</a:t>
                      </a:r>
                    </a:p>
                    <a:p>
                      <a:pPr algn="ctr"/>
                      <a:r>
                        <a:rPr lang="en-DE" dirty="0"/>
                        <a:t>(XLPE)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0783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/>
                        <a:t>C’</a:t>
                      </a:r>
                      <a:r>
                        <a:rPr lang="en-DE" baseline="-25000" dirty="0"/>
                        <a:t>L</a:t>
                      </a:r>
                      <a:endParaRPr lang="en-US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DE" dirty="0" err="1"/>
                        <a:t>nF</a:t>
                      </a:r>
                      <a:r>
                        <a:rPr lang="en-DE" dirty="0"/>
                        <a:t>/km</a:t>
                      </a:r>
                      <a:endParaRPr lang="en-US" baseline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10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DE" dirty="0"/>
                        <a:t>180 - 420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167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/>
                        <a:t>R’</a:t>
                      </a:r>
                      <a:r>
                        <a:rPr lang="en-DE" baseline="-25000" dirty="0"/>
                        <a:t>L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Ω</a:t>
                      </a:r>
                      <a:r>
                        <a:rPr lang="en-DE" dirty="0"/>
                        <a:t>/km</a:t>
                      </a:r>
                      <a:endParaRPr lang="en-US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0.1 - 1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DE" dirty="0"/>
                        <a:t>0.1 - 1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5200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/>
                        <a:t>X’</a:t>
                      </a:r>
                      <a:r>
                        <a:rPr lang="en-DE" baseline="-25000" dirty="0"/>
                        <a:t>L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mH</a:t>
                      </a:r>
                      <a:r>
                        <a:rPr lang="en-US" dirty="0"/>
                        <a:t>/km</a:t>
                      </a:r>
                      <a:endParaRPr lang="en-US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DE" dirty="0"/>
                        <a:t>0.31 – 1.42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6016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/>
                        <a:t>G’</a:t>
                      </a:r>
                      <a:r>
                        <a:rPr lang="en-DE" baseline="-25000" dirty="0"/>
                        <a:t>L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μ</a:t>
                      </a:r>
                      <a:r>
                        <a:rPr lang="en-US" dirty="0"/>
                        <a:t>S/km</a:t>
                      </a:r>
                      <a:endParaRPr lang="en-US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dirty="0"/>
                        <a:t>0</a:t>
                      </a:r>
                      <a:r>
                        <a:rPr lang="en-DE" dirty="0"/>
                        <a:t>.</a:t>
                      </a:r>
                      <a:r>
                        <a:rPr lang="el-GR" dirty="0"/>
                        <a:t>05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dirty="0"/>
                        <a:t>1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6725107"/>
                  </a:ext>
                </a:extLst>
              </a:tr>
            </a:tbl>
          </a:graphicData>
        </a:graphic>
      </p:graphicFrame>
      <p:pic>
        <p:nvPicPr>
          <p:cNvPr id="5" name="Picture 4" descr="AC line representation by 2-port units.">
            <a:extLst>
              <a:ext uri="{FF2B5EF4-FFF2-40B4-BE49-F238E27FC236}">
                <a16:creationId xmlns:a16="http://schemas.microsoft.com/office/drawing/2014/main" id="{723D684A-45CB-F8E3-14D8-027BC1CA3B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079" y="2243751"/>
            <a:ext cx="5035092" cy="1620289"/>
          </a:xfrm>
          <a:prstGeom prst="rect">
            <a:avLst/>
          </a:prstGeom>
        </p:spPr>
      </p:pic>
      <p:sp>
        <p:nvSpPr>
          <p:cNvPr id="2" name="Copy">
            <a:extLst>
              <a:ext uri="{FF2B5EF4-FFF2-40B4-BE49-F238E27FC236}">
                <a16:creationId xmlns:a16="http://schemas.microsoft.com/office/drawing/2014/main" id="{D88FEAFD-17EB-E848-A25A-EAB8B01E635A}"/>
              </a:ext>
            </a:extLst>
          </p:cNvPr>
          <p:cNvSpPr txBox="1">
            <a:spLocks/>
          </p:cNvSpPr>
          <p:nvPr/>
        </p:nvSpPr>
        <p:spPr>
          <a:xfrm>
            <a:off x="6812782" y="4638513"/>
            <a:ext cx="4910789" cy="1237396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1"/>
            <a:r>
              <a:rPr lang="en-DE" dirty="0"/>
              <a:t>Cable Parameters for following examples: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DE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DE" dirty="0"/>
              <a:t>C’</a:t>
            </a:r>
            <a:r>
              <a:rPr lang="en-DE" baseline="-25000" dirty="0"/>
              <a:t>L </a:t>
            </a:r>
            <a:r>
              <a:rPr lang="en-DE" dirty="0"/>
              <a:t>= 190 </a:t>
            </a:r>
            <a:r>
              <a:rPr lang="en-DE" dirty="0" err="1"/>
              <a:t>nF</a:t>
            </a:r>
            <a:r>
              <a:rPr lang="en-DE" dirty="0"/>
              <a:t>/km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DE" dirty="0"/>
              <a:t>R’</a:t>
            </a:r>
            <a:r>
              <a:rPr lang="en-DE" baseline="-25000" dirty="0"/>
              <a:t>L</a:t>
            </a:r>
            <a:r>
              <a:rPr lang="en-DE" dirty="0"/>
              <a:t> = 22 m</a:t>
            </a:r>
            <a:r>
              <a:rPr lang="el-GR" dirty="0"/>
              <a:t>Ω</a:t>
            </a:r>
            <a:r>
              <a:rPr lang="en-DE" dirty="0"/>
              <a:t>/km</a:t>
            </a:r>
            <a:endParaRPr lang="en-US" baseline="0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DE" dirty="0"/>
              <a:t>X’</a:t>
            </a:r>
            <a:r>
              <a:rPr lang="en-DE" baseline="-25000" dirty="0"/>
              <a:t>L</a:t>
            </a:r>
            <a:r>
              <a:rPr lang="en-DE" dirty="0"/>
              <a:t> = 1.35 </a:t>
            </a:r>
            <a:r>
              <a:rPr lang="en-DE" dirty="0" err="1"/>
              <a:t>mH</a:t>
            </a:r>
            <a:r>
              <a:rPr lang="en-DE" dirty="0"/>
              <a:t>/km</a:t>
            </a:r>
            <a:endParaRPr lang="en-US" baseline="-25000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DE" dirty="0"/>
          </a:p>
          <a:p>
            <a:pPr marL="360000" lvl="3"/>
            <a:endParaRPr lang="en-DE" dirty="0"/>
          </a:p>
          <a:p>
            <a:pPr lvl="1"/>
            <a:endParaRPr lang="en-DE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1922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A46C32CB-EF57-A008-9784-096C080F9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E6D85A94-E297-07A1-60EF-C71233B8353C}"/>
              </a:ext>
            </a:extLst>
          </p:cNvPr>
          <p:cNvSpPr txBox="1"/>
          <p:nvPr/>
        </p:nvSpPr>
        <p:spPr>
          <a:xfrm>
            <a:off x="115900" y="984999"/>
            <a:ext cx="6806100" cy="783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b="0" i="0" u="none" strike="noStrike" cap="none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Power Transmission in AC grid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Copy">
            <a:extLst>
              <a:ext uri="{FF2B5EF4-FFF2-40B4-BE49-F238E27FC236}">
                <a16:creationId xmlns:a16="http://schemas.microsoft.com/office/drawing/2014/main" id="{2FD6C16F-27AF-5D50-92CA-F70F851E186D}"/>
              </a:ext>
            </a:extLst>
          </p:cNvPr>
          <p:cNvSpPr txBox="1">
            <a:spLocks/>
          </p:cNvSpPr>
          <p:nvPr/>
        </p:nvSpPr>
        <p:spPr>
          <a:xfrm>
            <a:off x="239350" y="4863153"/>
            <a:ext cx="5506357" cy="194457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N</a:t>
            </a:r>
            <a:r>
              <a:rPr lang="en-DE" dirty="0"/>
              <a:t>o Load is connected to the AC line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DE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DE" dirty="0"/>
              <a:t>Connection of an AC cable creates a significant current flow and reactive power demand</a:t>
            </a:r>
            <a:endParaRPr lang="en-DE" baseline="-25000" dirty="0"/>
          </a:p>
          <a:p>
            <a:pPr marL="360000" lvl="3"/>
            <a:endParaRPr lang="en-DE" dirty="0"/>
          </a:p>
          <a:p>
            <a:pPr lvl="1"/>
            <a:endParaRPr lang="en-DE" dirty="0"/>
          </a:p>
          <a:p>
            <a:pPr lvl="1"/>
            <a:endParaRPr lang="en-US" dirty="0"/>
          </a:p>
        </p:txBody>
      </p:sp>
      <p:pic>
        <p:nvPicPr>
          <p:cNvPr id="3" name="Picture 2" descr="Power transmission through an ac cable.&#10;AC cable connected to the grid but not to the load at the other end of the cable.">
            <a:extLst>
              <a:ext uri="{FF2B5EF4-FFF2-40B4-BE49-F238E27FC236}">
                <a16:creationId xmlns:a16="http://schemas.microsoft.com/office/drawing/2014/main" id="{E5AEA397-85A9-F994-65F6-D6D07CC27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910" y="2693340"/>
            <a:ext cx="5181600" cy="1244600"/>
          </a:xfrm>
          <a:prstGeom prst="rect">
            <a:avLst/>
          </a:prstGeom>
        </p:spPr>
      </p:pic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86A3AC2-63CB-D8A8-60C2-7FFC4F50B2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521961"/>
              </p:ext>
            </p:extLst>
          </p:nvPr>
        </p:nvGraphicFramePr>
        <p:xfrm>
          <a:off x="7797421" y="1825313"/>
          <a:ext cx="2510133" cy="385572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255594">
                  <a:extLst>
                    <a:ext uri="{9D8B030D-6E8A-4147-A177-3AD203B41FA5}">
                      <a16:colId xmlns:a16="http://schemas.microsoft.com/office/drawing/2014/main" val="2200192908"/>
                    </a:ext>
                  </a:extLst>
                </a:gridCol>
                <a:gridCol w="1254539">
                  <a:extLst>
                    <a:ext uri="{9D8B030D-6E8A-4147-A177-3AD203B41FA5}">
                      <a16:colId xmlns:a16="http://schemas.microsoft.com/office/drawing/2014/main" val="1785265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Parameter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Value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0783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/>
                        <a:t>U</a:t>
                      </a:r>
                      <a:r>
                        <a:rPr lang="en-DE" baseline="-25000" dirty="0"/>
                        <a:t>S, L-L</a:t>
                      </a:r>
                      <a:endParaRPr lang="en-US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230 kV</a:t>
                      </a:r>
                    </a:p>
                    <a:p>
                      <a:pPr algn="ctr"/>
                      <a:r>
                        <a:rPr lang="en-DE" dirty="0"/>
                        <a:t>1.0 </a:t>
                      </a:r>
                      <a:r>
                        <a:rPr lang="en-DE" dirty="0" err="1"/>
                        <a:t>p.u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167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/>
                        <a:t>I</a:t>
                      </a:r>
                      <a:r>
                        <a:rPr lang="en-DE" baseline="-25000" dirty="0"/>
                        <a:t>S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b="1" dirty="0"/>
                        <a:t>1060 A</a:t>
                      </a:r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5200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/>
                        <a:t>P</a:t>
                      </a:r>
                      <a:r>
                        <a:rPr lang="en-DE" baseline="-25000" dirty="0"/>
                        <a:t>S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2.2 MW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6016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/>
                        <a:t>Q</a:t>
                      </a:r>
                      <a:r>
                        <a:rPr lang="en-DE" baseline="-25000" dirty="0"/>
                        <a:t>S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-421 MVAr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0770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/>
                        <a:t>U</a:t>
                      </a:r>
                      <a:r>
                        <a:rPr lang="en-DE" baseline="-25000" dirty="0"/>
                        <a:t>R, L-L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b="1" dirty="0"/>
                        <a:t>1.22 </a:t>
                      </a:r>
                      <a:r>
                        <a:rPr lang="en-DE" b="1" dirty="0" err="1"/>
                        <a:t>p.u</a:t>
                      </a:r>
                      <a:r>
                        <a:rPr lang="en-DE" b="1" dirty="0"/>
                        <a:t>.</a:t>
                      </a:r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4827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/>
                        <a:t>I</a:t>
                      </a:r>
                      <a:r>
                        <a:rPr lang="en-DE" baseline="-25000" dirty="0"/>
                        <a:t>R</a:t>
                      </a:r>
                      <a:endParaRPr lang="en-US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0 A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680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/>
                        <a:t>P</a:t>
                      </a:r>
                      <a:r>
                        <a:rPr lang="en-DE" baseline="-25000" dirty="0"/>
                        <a:t>R</a:t>
                      </a:r>
                      <a:endParaRPr lang="en-US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0 MW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1663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/>
                        <a:t>Q</a:t>
                      </a:r>
                      <a:r>
                        <a:rPr lang="en-DE" baseline="-25000" dirty="0"/>
                        <a:t>R</a:t>
                      </a:r>
                      <a:endParaRPr lang="en-US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0 MVAr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7430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 err="1"/>
                        <a:t>L</a:t>
                      </a:r>
                      <a:r>
                        <a:rPr lang="en-DE" baseline="-25000" dirty="0" err="1"/>
                        <a:t>cable</a:t>
                      </a:r>
                      <a:endParaRPr lang="en-US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60 mi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87207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2478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9599CD85-5988-52E9-9C28-A3327AF85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75A1EBFA-2E60-F646-AB03-6889A29001D7}"/>
              </a:ext>
            </a:extLst>
          </p:cNvPr>
          <p:cNvSpPr txBox="1"/>
          <p:nvPr/>
        </p:nvSpPr>
        <p:spPr>
          <a:xfrm>
            <a:off x="115900" y="984999"/>
            <a:ext cx="6806100" cy="783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b="0" i="0" u="none" strike="noStrike" cap="none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Power Transmission in AC grid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Copy">
            <a:extLst>
              <a:ext uri="{FF2B5EF4-FFF2-40B4-BE49-F238E27FC236}">
                <a16:creationId xmlns:a16="http://schemas.microsoft.com/office/drawing/2014/main" id="{0E295C7F-771F-DF77-022F-A13C62CB1D7E}"/>
              </a:ext>
            </a:extLst>
          </p:cNvPr>
          <p:cNvSpPr txBox="1">
            <a:spLocks/>
          </p:cNvSpPr>
          <p:nvPr/>
        </p:nvSpPr>
        <p:spPr>
          <a:xfrm>
            <a:off x="239350" y="4863153"/>
            <a:ext cx="6993963" cy="194457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A</a:t>
            </a:r>
            <a:r>
              <a:rPr lang="en-DE" dirty="0"/>
              <a:t>C grid operator would usually not allow an uncompensated AC cable connection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DE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DE" dirty="0"/>
              <a:t>Reactive power compensation with a shunt reactor with the rating </a:t>
            </a:r>
            <a:r>
              <a:rPr lang="en-DE" baseline="0" dirty="0" err="1"/>
              <a:t>Q</a:t>
            </a:r>
            <a:r>
              <a:rPr lang="en-DE" baseline="-25000" dirty="0" err="1"/>
              <a:t>comp</a:t>
            </a:r>
            <a:r>
              <a:rPr lang="en-DE" dirty="0"/>
              <a:t> is usually required</a:t>
            </a:r>
            <a:endParaRPr lang="en-DE" baseline="-25000" dirty="0"/>
          </a:p>
          <a:p>
            <a:pPr marL="360000" lvl="3"/>
            <a:endParaRPr lang="en-DE" dirty="0"/>
          </a:p>
          <a:p>
            <a:pPr lvl="1"/>
            <a:endParaRPr lang="en-DE" dirty="0"/>
          </a:p>
          <a:p>
            <a:pPr lvl="1"/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D8692EC-5F3C-9C92-5B39-FC30807723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7882138"/>
              </p:ext>
            </p:extLst>
          </p:nvPr>
        </p:nvGraphicFramePr>
        <p:xfrm>
          <a:off x="7797421" y="1825313"/>
          <a:ext cx="2510133" cy="42265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255594">
                  <a:extLst>
                    <a:ext uri="{9D8B030D-6E8A-4147-A177-3AD203B41FA5}">
                      <a16:colId xmlns:a16="http://schemas.microsoft.com/office/drawing/2014/main" val="2200192908"/>
                    </a:ext>
                  </a:extLst>
                </a:gridCol>
                <a:gridCol w="1254539">
                  <a:extLst>
                    <a:ext uri="{9D8B030D-6E8A-4147-A177-3AD203B41FA5}">
                      <a16:colId xmlns:a16="http://schemas.microsoft.com/office/drawing/2014/main" val="1785265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Parameter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Value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0783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/>
                        <a:t>U</a:t>
                      </a:r>
                      <a:r>
                        <a:rPr lang="en-DE" baseline="-25000" dirty="0"/>
                        <a:t>S, L-L</a:t>
                      </a:r>
                      <a:endParaRPr lang="en-US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230 kV</a:t>
                      </a:r>
                    </a:p>
                    <a:p>
                      <a:pPr algn="ctr"/>
                      <a:r>
                        <a:rPr lang="en-DE" dirty="0"/>
                        <a:t>1.0 </a:t>
                      </a:r>
                      <a:r>
                        <a:rPr lang="en-DE" dirty="0" err="1"/>
                        <a:t>p.u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167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/>
                        <a:t>I</a:t>
                      </a:r>
                      <a:r>
                        <a:rPr lang="en-DE" baseline="-25000" dirty="0"/>
                        <a:t>S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b="1" dirty="0"/>
                        <a:t>40 A</a:t>
                      </a:r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5200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/>
                        <a:t>P</a:t>
                      </a:r>
                      <a:r>
                        <a:rPr lang="en-DE" baseline="-25000" dirty="0"/>
                        <a:t>S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2.2 MW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6016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/>
                        <a:t>Q</a:t>
                      </a:r>
                      <a:r>
                        <a:rPr lang="en-DE" baseline="-25000" dirty="0"/>
                        <a:t>S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-14.4 MVAr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0770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/>
                        <a:t>U</a:t>
                      </a:r>
                      <a:r>
                        <a:rPr lang="en-DE" baseline="-25000" dirty="0"/>
                        <a:t>R, L-L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b="1" dirty="0"/>
                        <a:t>1.22 </a:t>
                      </a:r>
                      <a:r>
                        <a:rPr lang="en-DE" b="1" dirty="0" err="1"/>
                        <a:t>p.u</a:t>
                      </a:r>
                      <a:r>
                        <a:rPr lang="en-DE" b="1" dirty="0"/>
                        <a:t>.</a:t>
                      </a:r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4827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/>
                        <a:t>I</a:t>
                      </a:r>
                      <a:r>
                        <a:rPr lang="en-DE" baseline="-25000" dirty="0"/>
                        <a:t>R</a:t>
                      </a:r>
                      <a:endParaRPr lang="en-US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830 A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680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/>
                        <a:t>P</a:t>
                      </a:r>
                      <a:r>
                        <a:rPr lang="en-DE" baseline="-25000" dirty="0"/>
                        <a:t>R</a:t>
                      </a:r>
                      <a:endParaRPr lang="en-US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0 MW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1663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/>
                        <a:t>Q</a:t>
                      </a:r>
                      <a:r>
                        <a:rPr lang="en-DE" baseline="-25000" dirty="0"/>
                        <a:t>R</a:t>
                      </a:r>
                      <a:endParaRPr lang="en-US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-277 MVAr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7430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 err="1"/>
                        <a:t>L</a:t>
                      </a:r>
                      <a:r>
                        <a:rPr lang="en-DE" baseline="-25000" dirty="0" err="1"/>
                        <a:t>cable</a:t>
                      </a:r>
                      <a:endParaRPr lang="en-US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60 mi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87207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baseline="0" dirty="0" err="1"/>
                        <a:t>Q</a:t>
                      </a:r>
                      <a:r>
                        <a:rPr lang="en-DE" baseline="-25000" dirty="0" err="1"/>
                        <a:t>comp</a:t>
                      </a:r>
                      <a:endParaRPr lang="en-US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400 MVAr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9676605"/>
                  </a:ext>
                </a:extLst>
              </a:tr>
            </a:tbl>
          </a:graphicData>
        </a:graphic>
      </p:graphicFrame>
      <p:pic>
        <p:nvPicPr>
          <p:cNvPr id="7" name="Picture 6" descr="Power transmission through an ac cable.&#10;AC cable connected to the grid but not to the load at the other end of the cable with reactive power compensation.">
            <a:extLst>
              <a:ext uri="{FF2B5EF4-FFF2-40B4-BE49-F238E27FC236}">
                <a16:creationId xmlns:a16="http://schemas.microsoft.com/office/drawing/2014/main" id="{9118C7DF-EBFF-C7F2-2F59-E73A3AE8A5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200" y="2692800"/>
            <a:ext cx="5181600" cy="124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19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56640612-E5B6-B8BF-E8B6-5CC27C710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4875F9BD-5F88-2348-1ADC-1A10BEA240FE}"/>
              </a:ext>
            </a:extLst>
          </p:cNvPr>
          <p:cNvSpPr txBox="1"/>
          <p:nvPr/>
        </p:nvSpPr>
        <p:spPr>
          <a:xfrm>
            <a:off x="115900" y="984999"/>
            <a:ext cx="6806100" cy="783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b="0" i="0" u="none" strike="noStrike" cap="none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Power Transmission in AC grid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Copy">
            <a:extLst>
              <a:ext uri="{FF2B5EF4-FFF2-40B4-BE49-F238E27FC236}">
                <a16:creationId xmlns:a16="http://schemas.microsoft.com/office/drawing/2014/main" id="{20A77C96-B71F-E7EC-8AB6-264AB4C2B4C2}"/>
              </a:ext>
            </a:extLst>
          </p:cNvPr>
          <p:cNvSpPr txBox="1">
            <a:spLocks/>
          </p:cNvSpPr>
          <p:nvPr/>
        </p:nvSpPr>
        <p:spPr>
          <a:xfrm>
            <a:off x="239350" y="4863153"/>
            <a:ext cx="5506357" cy="194457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P</a:t>
            </a:r>
            <a:r>
              <a:rPr lang="en-DE" dirty="0" err="1"/>
              <a:t>ower</a:t>
            </a:r>
            <a:r>
              <a:rPr lang="en-DE" dirty="0"/>
              <a:t> transmission decreases the voltage increase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DE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DE" dirty="0"/>
              <a:t>Decreased reactive power demand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DE" dirty="0"/>
          </a:p>
          <a:p>
            <a:pPr marL="360000" lvl="3"/>
            <a:endParaRPr lang="en-DE" dirty="0"/>
          </a:p>
          <a:p>
            <a:pPr lvl="1"/>
            <a:endParaRPr lang="en-DE" dirty="0"/>
          </a:p>
          <a:p>
            <a:pPr lvl="1"/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C5ACB07-2ADA-EB37-8AFC-0CF2EE5212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5748790"/>
              </p:ext>
            </p:extLst>
          </p:nvPr>
        </p:nvGraphicFramePr>
        <p:xfrm>
          <a:off x="7797421" y="1825313"/>
          <a:ext cx="2510133" cy="385572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255594">
                  <a:extLst>
                    <a:ext uri="{9D8B030D-6E8A-4147-A177-3AD203B41FA5}">
                      <a16:colId xmlns:a16="http://schemas.microsoft.com/office/drawing/2014/main" val="2200192908"/>
                    </a:ext>
                  </a:extLst>
                </a:gridCol>
                <a:gridCol w="1254539">
                  <a:extLst>
                    <a:ext uri="{9D8B030D-6E8A-4147-A177-3AD203B41FA5}">
                      <a16:colId xmlns:a16="http://schemas.microsoft.com/office/drawing/2014/main" val="1785265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Parameter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Value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0783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/>
                        <a:t>U</a:t>
                      </a:r>
                      <a:r>
                        <a:rPr lang="en-DE" baseline="-25000" dirty="0"/>
                        <a:t>S, L-L</a:t>
                      </a:r>
                      <a:endParaRPr lang="en-US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230 kV</a:t>
                      </a:r>
                    </a:p>
                    <a:p>
                      <a:pPr algn="ctr"/>
                      <a:r>
                        <a:rPr lang="en-DE" dirty="0"/>
                        <a:t>1.0 </a:t>
                      </a:r>
                      <a:r>
                        <a:rPr lang="en-DE" dirty="0" err="1"/>
                        <a:t>p.u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167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/>
                        <a:t>I</a:t>
                      </a:r>
                      <a:r>
                        <a:rPr lang="en-DE" baseline="-25000" dirty="0"/>
                        <a:t>S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b="0"/>
                        <a:t>1340 </a:t>
                      </a:r>
                      <a:r>
                        <a:rPr lang="en-DE" b="0" dirty="0"/>
                        <a:t>A</a:t>
                      </a:r>
                      <a:endParaRPr lang="en-US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5200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/>
                        <a:t>P</a:t>
                      </a:r>
                      <a:r>
                        <a:rPr lang="en-DE" baseline="-25000" dirty="0"/>
                        <a:t>S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511 MW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6016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/>
                        <a:t>Q</a:t>
                      </a:r>
                      <a:r>
                        <a:rPr lang="en-DE" baseline="-25000" dirty="0"/>
                        <a:t>S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-150 MVAr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0770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/>
                        <a:t>U</a:t>
                      </a:r>
                      <a:r>
                        <a:rPr lang="en-DE" baseline="-25000" dirty="0"/>
                        <a:t>R, L-L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b="0" dirty="0"/>
                        <a:t>1.06 </a:t>
                      </a:r>
                      <a:r>
                        <a:rPr lang="en-DE" b="0" dirty="0" err="1"/>
                        <a:t>p.u</a:t>
                      </a:r>
                      <a:r>
                        <a:rPr lang="en-DE" b="0" dirty="0"/>
                        <a:t>.</a:t>
                      </a:r>
                      <a:endParaRPr lang="en-US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4827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/>
                        <a:t>I</a:t>
                      </a:r>
                      <a:r>
                        <a:rPr lang="en-DE" baseline="-25000" dirty="0"/>
                        <a:t>R</a:t>
                      </a:r>
                      <a:endParaRPr lang="en-US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1180 A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680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/>
                        <a:t>P</a:t>
                      </a:r>
                      <a:r>
                        <a:rPr lang="en-DE" baseline="-25000" dirty="0"/>
                        <a:t>R</a:t>
                      </a:r>
                      <a:endParaRPr lang="en-US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b="1" dirty="0"/>
                        <a:t>500 MW</a:t>
                      </a:r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1663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/>
                        <a:t>Q</a:t>
                      </a:r>
                      <a:r>
                        <a:rPr lang="en-DE" baseline="-25000" dirty="0"/>
                        <a:t>R</a:t>
                      </a:r>
                      <a:endParaRPr lang="en-US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0 MVAr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7430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 err="1"/>
                        <a:t>L</a:t>
                      </a:r>
                      <a:r>
                        <a:rPr lang="en-DE" baseline="-25000" dirty="0" err="1"/>
                        <a:t>cable</a:t>
                      </a:r>
                      <a:endParaRPr lang="en-US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60 mi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8720785"/>
                  </a:ext>
                </a:extLst>
              </a:tr>
            </a:tbl>
          </a:graphicData>
        </a:graphic>
      </p:graphicFrame>
      <p:pic>
        <p:nvPicPr>
          <p:cNvPr id="5" name="Picture 4" descr="Power transmission through an ac cable.&#10;AC cable connected to the grid and an impedance.">
            <a:extLst>
              <a:ext uri="{FF2B5EF4-FFF2-40B4-BE49-F238E27FC236}">
                <a16:creationId xmlns:a16="http://schemas.microsoft.com/office/drawing/2014/main" id="{70EF5529-6EF0-1FAA-5F7F-7014F6256D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200" y="2692800"/>
            <a:ext cx="5181600" cy="124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556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D58CC676-4871-9887-BF15-518ED3779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D3344561-32E8-752E-FADF-666D7C3A3C72}"/>
              </a:ext>
            </a:extLst>
          </p:cNvPr>
          <p:cNvSpPr txBox="1"/>
          <p:nvPr/>
        </p:nvSpPr>
        <p:spPr>
          <a:xfrm>
            <a:off x="115899" y="984999"/>
            <a:ext cx="9655897" cy="783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b="0" i="0" u="none" strike="noStrike" cap="none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Power Transmission in AC grid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raphic 3" descr="Power transmission through the AC cable. Reactive power depending on the active power transmission.">
            <a:extLst>
              <a:ext uri="{FF2B5EF4-FFF2-40B4-BE49-F238E27FC236}">
                <a16:creationId xmlns:a16="http://schemas.microsoft.com/office/drawing/2014/main" id="{0FF79142-864A-9788-F8E3-A4C4080B29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2441807"/>
            <a:ext cx="6052790" cy="3026395"/>
          </a:xfrm>
          <a:prstGeom prst="rect">
            <a:avLst/>
          </a:prstGeom>
        </p:spPr>
      </p:pic>
      <p:pic>
        <p:nvPicPr>
          <p:cNvPr id="6" name="Graphic 5" descr="Power transmission through the AC cable. AC current depending on the active power transmission.">
            <a:extLst>
              <a:ext uri="{FF2B5EF4-FFF2-40B4-BE49-F238E27FC236}">
                <a16:creationId xmlns:a16="http://schemas.microsoft.com/office/drawing/2014/main" id="{F154F245-926B-DAFE-6DF5-805EF5CF41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39210" y="2441807"/>
            <a:ext cx="6052790" cy="3026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421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83734A91-C9E1-901F-04BD-5E1B56A00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E25E76F2-E6D1-35B8-1385-DDC583488356}"/>
              </a:ext>
            </a:extLst>
          </p:cNvPr>
          <p:cNvSpPr txBox="1"/>
          <p:nvPr/>
        </p:nvSpPr>
        <p:spPr>
          <a:xfrm>
            <a:off x="115899" y="984999"/>
            <a:ext cx="9655897" cy="783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b="0" i="0" u="none" strike="noStrike" cap="none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Transmission line is represented by 2-port units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Copy">
            <a:extLst>
              <a:ext uri="{FF2B5EF4-FFF2-40B4-BE49-F238E27FC236}">
                <a16:creationId xmlns:a16="http://schemas.microsoft.com/office/drawing/2014/main" id="{3A8F54E5-F40C-E0D7-509F-2E6BED0DC1FD}"/>
              </a:ext>
            </a:extLst>
          </p:cNvPr>
          <p:cNvSpPr txBox="1">
            <a:spLocks/>
          </p:cNvSpPr>
          <p:nvPr/>
        </p:nvSpPr>
        <p:spPr>
          <a:xfrm>
            <a:off x="5210391" y="2172570"/>
            <a:ext cx="1676123" cy="34589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1"/>
            <a:r>
              <a:rPr lang="en-US" dirty="0"/>
              <a:t>Wave impedance</a:t>
            </a:r>
            <a:endParaRPr lang="en-DE" dirty="0"/>
          </a:p>
          <a:p>
            <a:pPr lvl="1"/>
            <a:endParaRPr lang="en-US" dirty="0"/>
          </a:p>
        </p:txBody>
      </p:sp>
      <p:sp>
        <p:nvSpPr>
          <p:cNvPr id="8" name="Copy">
            <a:extLst>
              <a:ext uri="{FF2B5EF4-FFF2-40B4-BE49-F238E27FC236}">
                <a16:creationId xmlns:a16="http://schemas.microsoft.com/office/drawing/2014/main" id="{089D1C0F-52CE-A597-3CB9-A173DF148737}"/>
              </a:ext>
            </a:extLst>
          </p:cNvPr>
          <p:cNvSpPr txBox="1">
            <a:spLocks/>
          </p:cNvSpPr>
          <p:nvPr/>
        </p:nvSpPr>
        <p:spPr>
          <a:xfrm>
            <a:off x="5210391" y="2793004"/>
            <a:ext cx="1676123" cy="34589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>
              <a:defRPr/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1"/>
            <a:r>
              <a:rPr lang="en-US" dirty="0"/>
              <a:t>Propagation level:</a:t>
            </a:r>
          </a:p>
        </p:txBody>
      </p:sp>
      <p:pic>
        <p:nvPicPr>
          <p:cNvPr id="12" name="Picture 11" descr="AC line representation for voltage and current calculations.">
            <a:extLst>
              <a:ext uri="{FF2B5EF4-FFF2-40B4-BE49-F238E27FC236}">
                <a16:creationId xmlns:a16="http://schemas.microsoft.com/office/drawing/2014/main" id="{8276CB7B-FAC9-AFE0-DD4C-1FD573D88D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252" y="1879237"/>
            <a:ext cx="3096804" cy="177338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3E7DEB8-13A9-FCC1-16AA-DEB4DAEB4A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5267" y="2839205"/>
            <a:ext cx="3055451" cy="25348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2B2800A-BE84-6D1C-B7BC-DCA0D214FA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5267" y="2121449"/>
            <a:ext cx="1851377" cy="44813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6593A2D-3BFB-29CC-6B89-F16A67F7D7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7252" y="5129981"/>
            <a:ext cx="3452634" cy="72438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9F4F484-38F8-C109-A146-160C691A24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0286" y="5129981"/>
            <a:ext cx="2636150" cy="863781"/>
          </a:xfrm>
          <a:prstGeom prst="rect">
            <a:avLst/>
          </a:prstGeom>
        </p:spPr>
      </p:pic>
      <p:sp>
        <p:nvSpPr>
          <p:cNvPr id="22" name="Copy">
            <a:extLst>
              <a:ext uri="{FF2B5EF4-FFF2-40B4-BE49-F238E27FC236}">
                <a16:creationId xmlns:a16="http://schemas.microsoft.com/office/drawing/2014/main" id="{47DE7613-FF8B-0ADF-07B0-1BE777C221A0}"/>
              </a:ext>
            </a:extLst>
          </p:cNvPr>
          <p:cNvSpPr txBox="1">
            <a:spLocks/>
          </p:cNvSpPr>
          <p:nvPr/>
        </p:nvSpPr>
        <p:spPr>
          <a:xfrm>
            <a:off x="867252" y="4563203"/>
            <a:ext cx="3452634" cy="34589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1"/>
            <a:r>
              <a:rPr lang="en-US" dirty="0"/>
              <a:t>V</a:t>
            </a:r>
            <a:r>
              <a:rPr lang="en-DE" dirty="0" err="1"/>
              <a:t>oltage</a:t>
            </a:r>
            <a:r>
              <a:rPr lang="en-DE" dirty="0"/>
              <a:t> calculation along the line</a:t>
            </a:r>
          </a:p>
          <a:p>
            <a:pPr lvl="1"/>
            <a:endParaRPr lang="en-US" dirty="0"/>
          </a:p>
        </p:txBody>
      </p:sp>
      <p:sp>
        <p:nvSpPr>
          <p:cNvPr id="23" name="Copy">
            <a:extLst>
              <a:ext uri="{FF2B5EF4-FFF2-40B4-BE49-F238E27FC236}">
                <a16:creationId xmlns:a16="http://schemas.microsoft.com/office/drawing/2014/main" id="{436A3DF3-969E-3F06-5FBF-AA06B99D503B}"/>
              </a:ext>
            </a:extLst>
          </p:cNvPr>
          <p:cNvSpPr txBox="1">
            <a:spLocks/>
          </p:cNvSpPr>
          <p:nvPr/>
        </p:nvSpPr>
        <p:spPr>
          <a:xfrm>
            <a:off x="6886514" y="4563203"/>
            <a:ext cx="3452634" cy="34589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1"/>
            <a:r>
              <a:rPr lang="en-US" dirty="0"/>
              <a:t>2</a:t>
            </a:r>
            <a:r>
              <a:rPr lang="en-DE" dirty="0"/>
              <a:t>-port param</a:t>
            </a:r>
            <a:r>
              <a:rPr lang="en-US" dirty="0"/>
              <a:t>e</a:t>
            </a:r>
            <a:r>
              <a:rPr lang="en-DE" dirty="0" err="1"/>
              <a:t>ters</a:t>
            </a:r>
            <a:r>
              <a:rPr lang="en-DE"/>
              <a:t> calculations</a:t>
            </a:r>
            <a:endParaRPr lang="en-DE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8814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2C74CDA6-F90D-21BD-5F93-C6357F928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77586036-3FBC-CA65-1AEA-C54BE72375F0}"/>
              </a:ext>
            </a:extLst>
          </p:cNvPr>
          <p:cNvSpPr txBox="1"/>
          <p:nvPr/>
        </p:nvSpPr>
        <p:spPr>
          <a:xfrm>
            <a:off x="115899" y="984999"/>
            <a:ext cx="9655897" cy="783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b="0" i="0" u="none" strike="noStrike" cap="none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Link collection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Copy">
            <a:extLst>
              <a:ext uri="{FF2B5EF4-FFF2-40B4-BE49-F238E27FC236}">
                <a16:creationId xmlns:a16="http://schemas.microsoft.com/office/drawing/2014/main" id="{51E4FF97-E766-1293-14ED-B77C14A9A2C7}"/>
              </a:ext>
            </a:extLst>
          </p:cNvPr>
          <p:cNvSpPr txBox="1">
            <a:spLocks/>
          </p:cNvSpPr>
          <p:nvPr/>
        </p:nvSpPr>
        <p:spPr>
          <a:xfrm>
            <a:off x="277851" y="1917822"/>
            <a:ext cx="11046641" cy="351833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1"/>
            <a:r>
              <a:rPr lang="en-US" dirty="0"/>
              <a:t>O</a:t>
            </a:r>
            <a:r>
              <a:rPr lang="en-DE" dirty="0" err="1"/>
              <a:t>ver</a:t>
            </a:r>
            <a:r>
              <a:rPr lang="en-DE" dirty="0"/>
              <a:t> Head Line (OHL) conductor data:</a:t>
            </a:r>
          </a:p>
          <a:p>
            <a:pPr lvl="3"/>
            <a:r>
              <a:rPr lang="en-US" u="sng" dirty="0">
                <a:hlinkClick r:id="rId3"/>
              </a:rPr>
              <a:t>https://www.southwire.com/wire-cable/bare-aluminum-overhead-transmission-distribution/c/c-bare-aluminum-overhead</a:t>
            </a:r>
            <a:endParaRPr lang="en-DE" dirty="0"/>
          </a:p>
          <a:p>
            <a:pPr lvl="1"/>
            <a:endParaRPr lang="en-DE" dirty="0"/>
          </a:p>
          <a:p>
            <a:pPr lvl="1"/>
            <a:endParaRPr lang="en-DE" dirty="0"/>
          </a:p>
          <a:p>
            <a:pPr lvl="1"/>
            <a:r>
              <a:rPr lang="en-DE" dirty="0"/>
              <a:t>AC Cable data:</a:t>
            </a:r>
          </a:p>
          <a:p>
            <a:pPr lvl="1"/>
            <a:r>
              <a:rPr lang="en-US" dirty="0">
                <a:hlinkClick r:id="rId4"/>
              </a:rPr>
              <a:t>https://new.abb.com/docs/default-source/ewea-doc/xlpe-submarine-cable-systems-2gm5007.pdf</a:t>
            </a:r>
            <a:endParaRPr lang="en-DE" dirty="0"/>
          </a:p>
          <a:p>
            <a:pPr lvl="1"/>
            <a:endParaRPr lang="en-DE" dirty="0"/>
          </a:p>
          <a:p>
            <a:pPr lvl="1"/>
            <a:endParaRPr lang="en-DE" dirty="0"/>
          </a:p>
          <a:p>
            <a:pPr lvl="1"/>
            <a:r>
              <a:rPr lang="en-DE" dirty="0"/>
              <a:t>PSCAD Tutorials and information</a:t>
            </a:r>
          </a:p>
          <a:p>
            <a:pPr lvl="1"/>
            <a:r>
              <a:rPr lang="en-US" u="sng" dirty="0">
                <a:hlinkClick r:id="rId5"/>
              </a:rPr>
              <a:t>https://www.pscad.com/knowledge-base/topic-281/v-</a:t>
            </a:r>
            <a:endParaRPr lang="en-DE" u="sng" dirty="0"/>
          </a:p>
          <a:p>
            <a:pPr lvl="1"/>
            <a:r>
              <a:rPr lang="en-US" dirty="0">
                <a:hlinkClick r:id="rId6"/>
              </a:rPr>
              <a:t>https://www.pscad.com/knowledge-base/article/44</a:t>
            </a:r>
            <a:endParaRPr lang="en-US" dirty="0"/>
          </a:p>
          <a:p>
            <a:pPr lvl="1"/>
            <a:endParaRPr lang="en-DE" u="sng" dirty="0"/>
          </a:p>
          <a:p>
            <a:pPr lvl="1"/>
            <a:endParaRPr lang="en-DE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0640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1385</TotalTime>
  <Words>584</Words>
  <Application>Microsoft Office PowerPoint</Application>
  <PresentationFormat>Widescreen</PresentationFormat>
  <Paragraphs>191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Module 02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Martinec, Timothy J</dc:creator>
  <cp:lastModifiedBy>Starschich, Eugen</cp:lastModifiedBy>
  <cp:revision>1</cp:revision>
  <dcterms:created xsi:type="dcterms:W3CDTF">2023-06-22T15:25:22Z</dcterms:created>
  <dcterms:modified xsi:type="dcterms:W3CDTF">2025-09-12T02:34:55Z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C589C268-8DEE-4D59-8D5A-C35DC686A5A4</vt:lpwstr>
  </property>
  <property fmtid="{D5CDD505-2E9C-101B-9397-08002B2CF9AE}" pid="3" name="ArticulatePath">
    <vt:lpwstr>MGMT-330-01</vt:lpwstr>
  </property>
  <property fmtid="{D5CDD505-2E9C-101B-9397-08002B2CF9AE}" pid="4" name="MSIP_Label_36791f77-3d39-4d72-9277-ac879ec799ed_Enabled">
    <vt:lpwstr>true</vt:lpwstr>
  </property>
  <property fmtid="{D5CDD505-2E9C-101B-9397-08002B2CF9AE}" pid="5" name="MSIP_Label_36791f77-3d39-4d72-9277-ac879ec799ed_SetDate">
    <vt:lpwstr>2025-03-27T22:55:25Z</vt:lpwstr>
  </property>
  <property fmtid="{D5CDD505-2E9C-101B-9397-08002B2CF9AE}" pid="6" name="MSIP_Label_36791f77-3d39-4d72-9277-ac879ec799ed_Method">
    <vt:lpwstr>Standard</vt:lpwstr>
  </property>
  <property fmtid="{D5CDD505-2E9C-101B-9397-08002B2CF9AE}" pid="7" name="MSIP_Label_36791f77-3d39-4d72-9277-ac879ec799ed_Name">
    <vt:lpwstr>restricted-default</vt:lpwstr>
  </property>
  <property fmtid="{D5CDD505-2E9C-101B-9397-08002B2CF9AE}" pid="8" name="MSIP_Label_36791f77-3d39-4d72-9277-ac879ec799ed_SiteId">
    <vt:lpwstr>254ba93e-1f6f-48f3-90e6-e2766664b477</vt:lpwstr>
  </property>
  <property fmtid="{D5CDD505-2E9C-101B-9397-08002B2CF9AE}" pid="9" name="MSIP_Label_36791f77-3d39-4d72-9277-ac879ec799ed_ActionId">
    <vt:lpwstr>b95c3f1c-1a69-4d46-8df3-4f1ad4cb0777</vt:lpwstr>
  </property>
  <property fmtid="{D5CDD505-2E9C-101B-9397-08002B2CF9AE}" pid="10" name="MSIP_Label_36791f77-3d39-4d72-9277-ac879ec799ed_ContentBits">
    <vt:lpwstr>0</vt:lpwstr>
  </property>
  <property fmtid="{D5CDD505-2E9C-101B-9397-08002B2CF9AE}" pid="11" name="MSIP_Label_36791f77-3d39-4d72-9277-ac879ec799ed_Tag">
    <vt:lpwstr>10, 3, 0, 1</vt:lpwstr>
  </property>
</Properties>
</file>