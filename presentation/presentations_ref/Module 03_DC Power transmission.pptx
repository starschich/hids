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6" r:id="rId3"/>
    <p:sldId id="287" r:id="rId4"/>
    <p:sldId id="257" r:id="rId5"/>
    <p:sldId id="300" r:id="rId6"/>
    <p:sldId id="263" r:id="rId7"/>
    <p:sldId id="264" r:id="rId8"/>
    <p:sldId id="265" r:id="rId9"/>
    <p:sldId id="293" r:id="rId10"/>
    <p:sldId id="297" r:id="rId11"/>
    <p:sldId id="290" r:id="rId12"/>
    <p:sldId id="301" r:id="rId13"/>
    <p:sldId id="304" r:id="rId14"/>
    <p:sldId id="302" r:id="rId15"/>
    <p:sldId id="292" r:id="rId16"/>
    <p:sldId id="303" r:id="rId17"/>
    <p:sldId id="294" r:id="rId18"/>
    <p:sldId id="295" r:id="rId19"/>
    <p:sldId id="296" r:id="rId20"/>
    <p:sldId id="298" r:id="rId21"/>
    <p:sldId id="266" r:id="rId22"/>
    <p:sldId id="267" r:id="rId23"/>
    <p:sldId id="289" r:id="rId24"/>
    <p:sldId id="299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jtXTHQ+9EVec4HMWR7YFMipUpY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CEC04D-AD33-4A1E-862D-8F2826576733}" v="67" dt="2025-09-19T01:47:42.9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48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rschich, Eugen" userId="26490f84-3a52-4393-8e46-f0cdfb6c1e50" providerId="ADAL" clId="{9F7329BE-B149-460E-95EE-C675563CD816}"/>
    <pc:docChg chg="modSld">
      <pc:chgData name="Starschich, Eugen" userId="26490f84-3a52-4393-8e46-f0cdfb6c1e50" providerId="ADAL" clId="{9F7329BE-B149-460E-95EE-C675563CD816}" dt="2025-07-23T16:17:24.500" v="2319" actId="962"/>
      <pc:docMkLst>
        <pc:docMk/>
      </pc:docMkLst>
      <pc:sldChg chg="modSp mod">
        <pc:chgData name="Starschich, Eugen" userId="26490f84-3a52-4393-8e46-f0cdfb6c1e50" providerId="ADAL" clId="{9F7329BE-B149-460E-95EE-C675563CD816}" dt="2025-07-23T15:47:59.566" v="561" actId="962"/>
        <pc:sldMkLst>
          <pc:docMk/>
          <pc:sldMk cId="0" sldId="257"/>
        </pc:sldMkLst>
      </pc:sldChg>
      <pc:sldChg chg="modSp mod">
        <pc:chgData name="Starschich, Eugen" userId="26490f84-3a52-4393-8e46-f0cdfb6c1e50" providerId="ADAL" clId="{9F7329BE-B149-460E-95EE-C675563CD816}" dt="2025-07-23T15:49:01.712" v="857" actId="962"/>
        <pc:sldMkLst>
          <pc:docMk/>
          <pc:sldMk cId="3484829612" sldId="263"/>
        </pc:sldMkLst>
      </pc:sldChg>
      <pc:sldChg chg="modSp mod">
        <pc:chgData name="Starschich, Eugen" userId="26490f84-3a52-4393-8e46-f0cdfb6c1e50" providerId="ADAL" clId="{9F7329BE-B149-460E-95EE-C675563CD816}" dt="2025-07-23T15:50:11.789" v="935" actId="962"/>
        <pc:sldMkLst>
          <pc:docMk/>
          <pc:sldMk cId="2553018149" sldId="264"/>
        </pc:sldMkLst>
      </pc:sldChg>
      <pc:sldChg chg="modSp mod">
        <pc:chgData name="Starschich, Eugen" userId="26490f84-3a52-4393-8e46-f0cdfb6c1e50" providerId="ADAL" clId="{9F7329BE-B149-460E-95EE-C675563CD816}" dt="2025-07-23T15:50:55.491" v="975" actId="962"/>
        <pc:sldMkLst>
          <pc:docMk/>
          <pc:sldMk cId="766552979" sldId="265"/>
        </pc:sldMkLst>
      </pc:sldChg>
      <pc:sldChg chg="modSp mod">
        <pc:chgData name="Starschich, Eugen" userId="26490f84-3a52-4393-8e46-f0cdfb6c1e50" providerId="ADAL" clId="{9F7329BE-B149-460E-95EE-C675563CD816}" dt="2025-07-23T16:16:49.619" v="2257" actId="962"/>
        <pc:sldMkLst>
          <pc:docMk/>
          <pc:sldMk cId="4051034225" sldId="266"/>
        </pc:sldMkLst>
      </pc:sldChg>
      <pc:sldChg chg="modSp mod">
        <pc:chgData name="Starschich, Eugen" userId="26490f84-3a52-4393-8e46-f0cdfb6c1e50" providerId="ADAL" clId="{9F7329BE-B149-460E-95EE-C675563CD816}" dt="2025-07-23T15:47:03.347" v="287" actId="962"/>
        <pc:sldMkLst>
          <pc:docMk/>
          <pc:sldMk cId="3290292399" sldId="286"/>
        </pc:sldMkLst>
      </pc:sldChg>
      <pc:sldChg chg="modSp mod">
        <pc:chgData name="Starschich, Eugen" userId="26490f84-3a52-4393-8e46-f0cdfb6c1e50" providerId="ADAL" clId="{9F7329BE-B149-460E-95EE-C675563CD816}" dt="2025-07-23T15:47:17.137" v="339" actId="962"/>
        <pc:sldMkLst>
          <pc:docMk/>
          <pc:sldMk cId="1197919005" sldId="287"/>
        </pc:sldMkLst>
      </pc:sldChg>
      <pc:sldChg chg="modSp mod">
        <pc:chgData name="Starschich, Eugen" userId="26490f84-3a52-4393-8e46-f0cdfb6c1e50" providerId="ADAL" clId="{9F7329BE-B149-460E-95EE-C675563CD816}" dt="2025-07-23T16:17:24.500" v="2319" actId="962"/>
        <pc:sldMkLst>
          <pc:docMk/>
          <pc:sldMk cId="3087738694" sldId="289"/>
        </pc:sldMkLst>
      </pc:sldChg>
      <pc:sldChg chg="modSp mod">
        <pc:chgData name="Starschich, Eugen" userId="26490f84-3a52-4393-8e46-f0cdfb6c1e50" providerId="ADAL" clId="{9F7329BE-B149-460E-95EE-C675563CD816}" dt="2025-07-23T16:10:48.483" v="1645" actId="962"/>
        <pc:sldMkLst>
          <pc:docMk/>
          <pc:sldMk cId="3400923061" sldId="290"/>
        </pc:sldMkLst>
      </pc:sldChg>
      <pc:sldChg chg="modSp mod">
        <pc:chgData name="Starschich, Eugen" userId="26490f84-3a52-4393-8e46-f0cdfb6c1e50" providerId="ADAL" clId="{9F7329BE-B149-460E-95EE-C675563CD816}" dt="2025-07-23T16:11:31.669" v="1721" actId="962"/>
        <pc:sldMkLst>
          <pc:docMk/>
          <pc:sldMk cId="3282626994" sldId="291"/>
        </pc:sldMkLst>
      </pc:sldChg>
      <pc:sldChg chg="modSp mod">
        <pc:chgData name="Starschich, Eugen" userId="26490f84-3a52-4393-8e46-f0cdfb6c1e50" providerId="ADAL" clId="{9F7329BE-B149-460E-95EE-C675563CD816}" dt="2025-07-23T16:12:45.698" v="1749" actId="962"/>
        <pc:sldMkLst>
          <pc:docMk/>
          <pc:sldMk cId="1090506299" sldId="292"/>
        </pc:sldMkLst>
      </pc:sldChg>
      <pc:sldChg chg="modSp mod">
        <pc:chgData name="Starschich, Eugen" userId="26490f84-3a52-4393-8e46-f0cdfb6c1e50" providerId="ADAL" clId="{9F7329BE-B149-460E-95EE-C675563CD816}" dt="2025-07-23T15:51:47.609" v="1085" actId="962"/>
        <pc:sldMkLst>
          <pc:docMk/>
          <pc:sldMk cId="3372694430" sldId="293"/>
        </pc:sldMkLst>
      </pc:sldChg>
      <pc:sldChg chg="modSp mod">
        <pc:chgData name="Starschich, Eugen" userId="26490f84-3a52-4393-8e46-f0cdfb6c1e50" providerId="ADAL" clId="{9F7329BE-B149-460E-95EE-C675563CD816}" dt="2025-07-23T16:13:17.087" v="1751" actId="962"/>
        <pc:sldMkLst>
          <pc:docMk/>
          <pc:sldMk cId="1694324246" sldId="294"/>
        </pc:sldMkLst>
      </pc:sldChg>
      <pc:sldChg chg="modSp mod">
        <pc:chgData name="Starschich, Eugen" userId="26490f84-3a52-4393-8e46-f0cdfb6c1e50" providerId="ADAL" clId="{9F7329BE-B149-460E-95EE-C675563CD816}" dt="2025-07-23T16:13:32.668" v="1771" actId="962"/>
        <pc:sldMkLst>
          <pc:docMk/>
          <pc:sldMk cId="1630701365" sldId="295"/>
        </pc:sldMkLst>
      </pc:sldChg>
      <pc:sldChg chg="modSp mod">
        <pc:chgData name="Starschich, Eugen" userId="26490f84-3a52-4393-8e46-f0cdfb6c1e50" providerId="ADAL" clId="{9F7329BE-B149-460E-95EE-C675563CD816}" dt="2025-07-23T16:14:00.040" v="1773" actId="962"/>
        <pc:sldMkLst>
          <pc:docMk/>
          <pc:sldMk cId="994004056" sldId="296"/>
        </pc:sldMkLst>
      </pc:sldChg>
      <pc:sldChg chg="modSp mod">
        <pc:chgData name="Starschich, Eugen" userId="26490f84-3a52-4393-8e46-f0cdfb6c1e50" providerId="ADAL" clId="{9F7329BE-B149-460E-95EE-C675563CD816}" dt="2025-07-23T15:53:34.129" v="1303" actId="962"/>
        <pc:sldMkLst>
          <pc:docMk/>
          <pc:sldMk cId="2522212728" sldId="297"/>
        </pc:sldMkLst>
      </pc:sldChg>
      <pc:sldChg chg="modSp mod">
        <pc:chgData name="Starschich, Eugen" userId="26490f84-3a52-4393-8e46-f0cdfb6c1e50" providerId="ADAL" clId="{9F7329BE-B149-460E-95EE-C675563CD816}" dt="2025-07-23T16:16:04.138" v="2077" actId="962"/>
        <pc:sldMkLst>
          <pc:docMk/>
          <pc:sldMk cId="2796121340" sldId="298"/>
        </pc:sldMkLst>
      </pc:sldChg>
    </pc:docChg>
  </pc:docChgLst>
  <pc:docChgLst>
    <pc:chgData name="Starschich, Eugen" userId="26490f84-3a52-4393-8e46-f0cdfb6c1e50" providerId="ADAL" clId="{F8FABC1E-2927-4160-8845-6E02A5F4CDCE}"/>
    <pc:docChg chg="undo custSel addSld delSld modSld sldOrd">
      <pc:chgData name="Starschich, Eugen" userId="26490f84-3a52-4393-8e46-f0cdfb6c1e50" providerId="ADAL" clId="{F8FABC1E-2927-4160-8845-6E02A5F4CDCE}" dt="2025-06-13T22:18:09.225" v="3"/>
      <pc:docMkLst>
        <pc:docMk/>
      </pc:docMkLst>
      <pc:sldChg chg="add del">
        <pc:chgData name="Starschich, Eugen" userId="26490f84-3a52-4393-8e46-f0cdfb6c1e50" providerId="ADAL" clId="{F8FABC1E-2927-4160-8845-6E02A5F4CDCE}" dt="2025-06-02T17:42:01.423" v="1" actId="2696"/>
        <pc:sldMkLst>
          <pc:docMk/>
          <pc:sldMk cId="3290292399" sldId="286"/>
        </pc:sldMkLst>
      </pc:sldChg>
      <pc:sldChg chg="add del">
        <pc:chgData name="Starschich, Eugen" userId="26490f84-3a52-4393-8e46-f0cdfb6c1e50" providerId="ADAL" clId="{F8FABC1E-2927-4160-8845-6E02A5F4CDCE}" dt="2025-06-02T17:42:01.423" v="1" actId="2696"/>
        <pc:sldMkLst>
          <pc:docMk/>
          <pc:sldMk cId="1197919005" sldId="287"/>
        </pc:sldMkLst>
      </pc:sldChg>
      <pc:sldChg chg="ord">
        <pc:chgData name="Starschich, Eugen" userId="26490f84-3a52-4393-8e46-f0cdfb6c1e50" providerId="ADAL" clId="{F8FABC1E-2927-4160-8845-6E02A5F4CDCE}" dt="2025-06-13T22:18:09.225" v="3"/>
        <pc:sldMkLst>
          <pc:docMk/>
          <pc:sldMk cId="1694324246" sldId="294"/>
        </pc:sldMkLst>
      </pc:sldChg>
      <pc:sldChg chg="ord">
        <pc:chgData name="Starschich, Eugen" userId="26490f84-3a52-4393-8e46-f0cdfb6c1e50" providerId="ADAL" clId="{F8FABC1E-2927-4160-8845-6E02A5F4CDCE}" dt="2025-06-13T22:18:09.225" v="3"/>
        <pc:sldMkLst>
          <pc:docMk/>
          <pc:sldMk cId="1630701365" sldId="295"/>
        </pc:sldMkLst>
      </pc:sldChg>
    </pc:docChg>
  </pc:docChgLst>
  <pc:docChgLst>
    <pc:chgData name="Starschich, Eugen" userId="26490f84-3a52-4393-8e46-f0cdfb6c1e50" providerId="ADAL" clId="{9550EEE8-CA7A-4F00-8C3F-AEF495F41BC7}"/>
    <pc:docChg chg="undo custSel addSld delSld modSld sldOrd">
      <pc:chgData name="Starschich, Eugen" userId="26490f84-3a52-4393-8e46-f0cdfb6c1e50" providerId="ADAL" clId="{9550EEE8-CA7A-4F00-8C3F-AEF495F41BC7}" dt="2025-04-16T01:54:15.246" v="1286" actId="1076"/>
      <pc:docMkLst>
        <pc:docMk/>
      </pc:docMkLst>
      <pc:sldChg chg="modSp mod">
        <pc:chgData name="Starschich, Eugen" userId="26490f84-3a52-4393-8e46-f0cdfb6c1e50" providerId="ADAL" clId="{9550EEE8-CA7A-4F00-8C3F-AEF495F41BC7}" dt="2025-04-15T20:34:56.954" v="36" actId="20577"/>
        <pc:sldMkLst>
          <pc:docMk/>
          <pc:sldMk cId="0" sldId="256"/>
        </pc:sldMkLst>
      </pc:sldChg>
      <pc:sldChg chg="addSp delSp modSp mod">
        <pc:chgData name="Starschich, Eugen" userId="26490f84-3a52-4393-8e46-f0cdfb6c1e50" providerId="ADAL" clId="{9550EEE8-CA7A-4F00-8C3F-AEF495F41BC7}" dt="2025-04-15T20:36:28.579" v="41" actId="12"/>
        <pc:sldMkLst>
          <pc:docMk/>
          <pc:sldMk cId="0" sldId="257"/>
        </pc:sldMkLst>
      </pc:sldChg>
      <pc:sldChg chg="addSp delSp modSp mod">
        <pc:chgData name="Starschich, Eugen" userId="26490f84-3a52-4393-8e46-f0cdfb6c1e50" providerId="ADAL" clId="{9550EEE8-CA7A-4F00-8C3F-AEF495F41BC7}" dt="2025-04-15T20:37:20.708" v="60" actId="20577"/>
        <pc:sldMkLst>
          <pc:docMk/>
          <pc:sldMk cId="3484829612" sldId="263"/>
        </pc:sldMkLst>
      </pc:sldChg>
      <pc:sldChg chg="addSp delSp modSp mod">
        <pc:chgData name="Starschich, Eugen" userId="26490f84-3a52-4393-8e46-f0cdfb6c1e50" providerId="ADAL" clId="{9550EEE8-CA7A-4F00-8C3F-AEF495F41BC7}" dt="2025-04-15T20:38:21.772" v="77" actId="1076"/>
        <pc:sldMkLst>
          <pc:docMk/>
          <pc:sldMk cId="2553018149" sldId="264"/>
        </pc:sldMkLst>
      </pc:sldChg>
      <pc:sldChg chg="addSp delSp modSp mod">
        <pc:chgData name="Starschich, Eugen" userId="26490f84-3a52-4393-8e46-f0cdfb6c1e50" providerId="ADAL" clId="{9550EEE8-CA7A-4F00-8C3F-AEF495F41BC7}" dt="2025-04-15T20:39:36.577" v="93" actId="1076"/>
        <pc:sldMkLst>
          <pc:docMk/>
          <pc:sldMk cId="766552979" sldId="265"/>
        </pc:sldMkLst>
      </pc:sldChg>
      <pc:sldChg chg="addSp delSp modSp mod">
        <pc:chgData name="Starschich, Eugen" userId="26490f84-3a52-4393-8e46-f0cdfb6c1e50" providerId="ADAL" clId="{9550EEE8-CA7A-4F00-8C3F-AEF495F41BC7}" dt="2025-04-15T20:40:36.125" v="101" actId="12"/>
        <pc:sldMkLst>
          <pc:docMk/>
          <pc:sldMk cId="4051034225" sldId="266"/>
        </pc:sldMkLst>
      </pc:sldChg>
      <pc:sldChg chg="addSp delSp modSp mod">
        <pc:chgData name="Starschich, Eugen" userId="26490f84-3a52-4393-8e46-f0cdfb6c1e50" providerId="ADAL" clId="{9550EEE8-CA7A-4F00-8C3F-AEF495F41BC7}" dt="2025-04-15T20:46:53.844" v="273" actId="1037"/>
        <pc:sldMkLst>
          <pc:docMk/>
          <pc:sldMk cId="1319213325" sldId="267"/>
        </pc:sldMkLst>
      </pc:sldChg>
      <pc:sldChg chg="addSp delSp modSp del mod">
        <pc:chgData name="Starschich, Eugen" userId="26490f84-3a52-4393-8e46-f0cdfb6c1e50" providerId="ADAL" clId="{9550EEE8-CA7A-4F00-8C3F-AEF495F41BC7}" dt="2025-04-16T00:37:10.522" v="330" actId="47"/>
        <pc:sldMkLst>
          <pc:docMk/>
          <pc:sldMk cId="2018364373" sldId="268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2076223451" sldId="269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2958086802" sldId="270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1445034717" sldId="271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4263109236" sldId="272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853819414" sldId="273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3096501966" sldId="274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4153037725" sldId="275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805514049" sldId="276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3591809553" sldId="277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4029490452" sldId="279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3468657621" sldId="280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2806519172" sldId="281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2738136966" sldId="282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2943890721" sldId="283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1247094071" sldId="284"/>
        </pc:sldMkLst>
      </pc:sldChg>
      <pc:sldChg chg="del">
        <pc:chgData name="Starschich, Eugen" userId="26490f84-3a52-4393-8e46-f0cdfb6c1e50" providerId="ADAL" clId="{9550EEE8-CA7A-4F00-8C3F-AEF495F41BC7}" dt="2025-04-16T01:05:13.901" v="395" actId="47"/>
        <pc:sldMkLst>
          <pc:docMk/>
          <pc:sldMk cId="279326134" sldId="285"/>
        </pc:sldMkLst>
      </pc:sldChg>
      <pc:sldChg chg="addSp delSp modSp add mod modAnim">
        <pc:chgData name="Starschich, Eugen" userId="26490f84-3a52-4393-8e46-f0cdfb6c1e50" providerId="ADAL" clId="{9550EEE8-CA7A-4F00-8C3F-AEF495F41BC7}" dt="2025-04-15T20:43:11.800" v="120" actId="1076"/>
        <pc:sldMkLst>
          <pc:docMk/>
          <pc:sldMk cId="3290292399" sldId="286"/>
        </pc:sldMkLst>
      </pc:sldChg>
      <pc:sldChg chg="addSp delSp modSp add mod delAnim">
        <pc:chgData name="Starschich, Eugen" userId="26490f84-3a52-4393-8e46-f0cdfb6c1e50" providerId="ADAL" clId="{9550EEE8-CA7A-4F00-8C3F-AEF495F41BC7}" dt="2025-04-15T20:45:44.571" v="211" actId="179"/>
        <pc:sldMkLst>
          <pc:docMk/>
          <pc:sldMk cId="1197919005" sldId="287"/>
        </pc:sldMkLst>
      </pc:sldChg>
      <pc:sldChg chg="addSp delSp modSp add mod">
        <pc:chgData name="Starschich, Eugen" userId="26490f84-3a52-4393-8e46-f0cdfb6c1e50" providerId="ADAL" clId="{9550EEE8-CA7A-4F00-8C3F-AEF495F41BC7}" dt="2025-04-15T20:46:45.669" v="246" actId="1035"/>
        <pc:sldMkLst>
          <pc:docMk/>
          <pc:sldMk cId="1714569588" sldId="288"/>
        </pc:sldMkLst>
      </pc:sldChg>
      <pc:sldChg chg="addSp delSp modSp add mod">
        <pc:chgData name="Starschich, Eugen" userId="26490f84-3a52-4393-8e46-f0cdfb6c1e50" providerId="ADAL" clId="{9550EEE8-CA7A-4F00-8C3F-AEF495F41BC7}" dt="2025-04-16T01:05:38.115" v="397" actId="22"/>
        <pc:sldMkLst>
          <pc:docMk/>
          <pc:sldMk cId="3087738694" sldId="289"/>
        </pc:sldMkLst>
      </pc:sldChg>
      <pc:sldChg chg="addSp delSp modSp add mod ord">
        <pc:chgData name="Starschich, Eugen" userId="26490f84-3a52-4393-8e46-f0cdfb6c1e50" providerId="ADAL" clId="{9550EEE8-CA7A-4F00-8C3F-AEF495F41BC7}" dt="2025-04-16T01:51:57.765" v="1257"/>
        <pc:sldMkLst>
          <pc:docMk/>
          <pc:sldMk cId="3400923061" sldId="290"/>
        </pc:sldMkLst>
      </pc:sldChg>
      <pc:sldChg chg="addSp delSp modSp add mod ord">
        <pc:chgData name="Starschich, Eugen" userId="26490f84-3a52-4393-8e46-f0cdfb6c1e50" providerId="ADAL" clId="{9550EEE8-CA7A-4F00-8C3F-AEF495F41BC7}" dt="2025-04-16T01:51:57.765" v="1257"/>
        <pc:sldMkLst>
          <pc:docMk/>
          <pc:sldMk cId="3282626994" sldId="291"/>
        </pc:sldMkLst>
      </pc:sldChg>
      <pc:sldChg chg="addSp delSp modSp add mod ord">
        <pc:chgData name="Starschich, Eugen" userId="26490f84-3a52-4393-8e46-f0cdfb6c1e50" providerId="ADAL" clId="{9550EEE8-CA7A-4F00-8C3F-AEF495F41BC7}" dt="2025-04-16T01:51:57.765" v="1257"/>
        <pc:sldMkLst>
          <pc:docMk/>
          <pc:sldMk cId="1090506299" sldId="292"/>
        </pc:sldMkLst>
      </pc:sldChg>
      <pc:sldChg chg="addSp delSp modSp add mod">
        <pc:chgData name="Starschich, Eugen" userId="26490f84-3a52-4393-8e46-f0cdfb6c1e50" providerId="ADAL" clId="{9550EEE8-CA7A-4F00-8C3F-AEF495F41BC7}" dt="2025-04-16T01:25:18.086" v="904" actId="20577"/>
        <pc:sldMkLst>
          <pc:docMk/>
          <pc:sldMk cId="3372694430" sldId="293"/>
        </pc:sldMkLst>
      </pc:sldChg>
      <pc:sldChg chg="modSp add mod">
        <pc:chgData name="Starschich, Eugen" userId="26490f84-3a52-4393-8e46-f0cdfb6c1e50" providerId="ADAL" clId="{9550EEE8-CA7A-4F00-8C3F-AEF495F41BC7}" dt="2025-04-16T01:28:05.361" v="932" actId="113"/>
        <pc:sldMkLst>
          <pc:docMk/>
          <pc:sldMk cId="1694324246" sldId="294"/>
        </pc:sldMkLst>
      </pc:sldChg>
      <pc:sldChg chg="addSp delSp modSp add mod">
        <pc:chgData name="Starschich, Eugen" userId="26490f84-3a52-4393-8e46-f0cdfb6c1e50" providerId="ADAL" clId="{9550EEE8-CA7A-4F00-8C3F-AEF495F41BC7}" dt="2025-04-16T01:41:53.382" v="982" actId="1076"/>
        <pc:sldMkLst>
          <pc:docMk/>
          <pc:sldMk cId="1630701365" sldId="295"/>
        </pc:sldMkLst>
      </pc:sldChg>
      <pc:sldChg chg="addSp delSp modSp add mod">
        <pc:chgData name="Starschich, Eugen" userId="26490f84-3a52-4393-8e46-f0cdfb6c1e50" providerId="ADAL" clId="{9550EEE8-CA7A-4F00-8C3F-AEF495F41BC7}" dt="2025-04-16T01:44:05.048" v="1135" actId="6549"/>
        <pc:sldMkLst>
          <pc:docMk/>
          <pc:sldMk cId="994004056" sldId="296"/>
        </pc:sldMkLst>
      </pc:sldChg>
      <pc:sldChg chg="addSp delSp modSp add mod">
        <pc:chgData name="Starschich, Eugen" userId="26490f84-3a52-4393-8e46-f0cdfb6c1e50" providerId="ADAL" clId="{9550EEE8-CA7A-4F00-8C3F-AEF495F41BC7}" dt="2025-04-16T01:47:06.035" v="1217" actId="14100"/>
        <pc:sldMkLst>
          <pc:docMk/>
          <pc:sldMk cId="2522212728" sldId="297"/>
        </pc:sldMkLst>
      </pc:sldChg>
      <pc:sldChg chg="addSp delSp modSp add mod">
        <pc:chgData name="Starschich, Eugen" userId="26490f84-3a52-4393-8e46-f0cdfb6c1e50" providerId="ADAL" clId="{9550EEE8-CA7A-4F00-8C3F-AEF495F41BC7}" dt="2025-04-16T01:49:12.556" v="1255" actId="20577"/>
        <pc:sldMkLst>
          <pc:docMk/>
          <pc:sldMk cId="2796121340" sldId="298"/>
        </pc:sldMkLst>
      </pc:sldChg>
      <pc:sldChg chg="addSp delSp modSp add mod">
        <pc:chgData name="Starschich, Eugen" userId="26490f84-3a52-4393-8e46-f0cdfb6c1e50" providerId="ADAL" clId="{9550EEE8-CA7A-4F00-8C3F-AEF495F41BC7}" dt="2025-04-16T01:54:15.246" v="1286" actId="1076"/>
        <pc:sldMkLst>
          <pc:docMk/>
          <pc:sldMk cId="349434612" sldId="299"/>
        </pc:sldMkLst>
      </pc:sldChg>
      <pc:sldChg chg="addSp delSp modSp add del mod">
        <pc:chgData name="Starschich, Eugen" userId="26490f84-3a52-4393-8e46-f0cdfb6c1e50" providerId="ADAL" clId="{9550EEE8-CA7A-4F00-8C3F-AEF495F41BC7}" dt="2025-04-15T20:44:16.329" v="157"/>
        <pc:sldMkLst>
          <pc:docMk/>
          <pc:sldMk cId="226249191" sldId="308"/>
        </pc:sldMkLst>
      </pc:sldChg>
    </pc:docChg>
  </pc:docChgLst>
  <pc:docChgLst>
    <pc:chgData name="Starschich, Eugen" userId="26490f84-3a52-4393-8e46-f0cdfb6c1e50" providerId="ADAL" clId="{46CEC04D-AD33-4A1E-862D-8F2826576733}"/>
    <pc:docChg chg="custSel addSld delSld modSld">
      <pc:chgData name="Starschich, Eugen" userId="26490f84-3a52-4393-8e46-f0cdfb6c1e50" providerId="ADAL" clId="{46CEC04D-AD33-4A1E-862D-8F2826576733}" dt="2025-09-19T01:48:20.752" v="431" actId="47"/>
      <pc:docMkLst>
        <pc:docMk/>
      </pc:docMkLst>
      <pc:sldChg chg="addSp delSp modSp mod">
        <pc:chgData name="Starschich, Eugen" userId="26490f84-3a52-4393-8e46-f0cdfb6c1e50" providerId="ADAL" clId="{46CEC04D-AD33-4A1E-862D-8F2826576733}" dt="2025-09-18T15:53:28.158" v="6" actId="1076"/>
        <pc:sldMkLst>
          <pc:docMk/>
          <pc:sldMk cId="0" sldId="257"/>
        </pc:sldMkLst>
        <pc:spChg chg="del">
          <ac:chgData name="Starschich, Eugen" userId="26490f84-3a52-4393-8e46-f0cdfb6c1e50" providerId="ADAL" clId="{46CEC04D-AD33-4A1E-862D-8F2826576733}" dt="2025-09-18T15:53:16.040" v="3" actId="478"/>
          <ac:spMkLst>
            <pc:docMk/>
            <pc:sldMk cId="0" sldId="257"/>
            <ac:spMk id="5" creationId="{CE652AA0-3DD5-C88B-94D1-7865F03B0F61}"/>
          </ac:spMkLst>
        </pc:spChg>
        <pc:spChg chg="mod">
          <ac:chgData name="Starschich, Eugen" userId="26490f84-3a52-4393-8e46-f0cdfb6c1e50" providerId="ADAL" clId="{46CEC04D-AD33-4A1E-862D-8F2826576733}" dt="2025-09-18T15:53:06.198" v="2" actId="27636"/>
          <ac:spMkLst>
            <pc:docMk/>
            <pc:sldMk cId="0" sldId="257"/>
            <ac:spMk id="70" creationId="{00000000-0000-0000-0000-000000000000}"/>
          </ac:spMkLst>
        </pc:spChg>
        <pc:picChg chg="add mod">
          <ac:chgData name="Starschich, Eugen" userId="26490f84-3a52-4393-8e46-f0cdfb6c1e50" providerId="ADAL" clId="{46CEC04D-AD33-4A1E-862D-8F2826576733}" dt="2025-09-18T15:53:28.158" v="6" actId="1076"/>
          <ac:picMkLst>
            <pc:docMk/>
            <pc:sldMk cId="0" sldId="257"/>
            <ac:picMk id="2" creationId="{E318A59F-84D9-9C25-D1E5-5DAD65DF93E6}"/>
          </ac:picMkLst>
        </pc:picChg>
        <pc:picChg chg="del">
          <ac:chgData name="Starschich, Eugen" userId="26490f84-3a52-4393-8e46-f0cdfb6c1e50" providerId="ADAL" clId="{46CEC04D-AD33-4A1E-862D-8F2826576733}" dt="2025-09-18T15:53:18.119" v="4" actId="478"/>
          <ac:picMkLst>
            <pc:docMk/>
            <pc:sldMk cId="0" sldId="257"/>
            <ac:picMk id="4" creationId="{D14B2078-28DB-4180-EA1F-0881D55710FA}"/>
          </ac:picMkLst>
        </pc:picChg>
      </pc:sldChg>
      <pc:sldChg chg="modSp">
        <pc:chgData name="Starschich, Eugen" userId="26490f84-3a52-4393-8e46-f0cdfb6c1e50" providerId="ADAL" clId="{46CEC04D-AD33-4A1E-862D-8F2826576733}" dt="2025-09-18T16:04:44.166" v="45" actId="6549"/>
        <pc:sldMkLst>
          <pc:docMk/>
          <pc:sldMk cId="3484829612" sldId="263"/>
        </pc:sldMkLst>
        <pc:spChg chg="mod">
          <ac:chgData name="Starschich, Eugen" userId="26490f84-3a52-4393-8e46-f0cdfb6c1e50" providerId="ADAL" clId="{46CEC04D-AD33-4A1E-862D-8F2826576733}" dt="2025-09-18T16:04:44.166" v="45" actId="6549"/>
          <ac:spMkLst>
            <pc:docMk/>
            <pc:sldMk cId="3484829612" sldId="263"/>
            <ac:spMk id="2" creationId="{8B0A175D-BD4E-5FE9-6D43-A4AD271D9391}"/>
          </ac:spMkLst>
        </pc:spChg>
      </pc:sldChg>
      <pc:sldChg chg="addSp delSp modSp mod">
        <pc:chgData name="Starschich, Eugen" userId="26490f84-3a52-4393-8e46-f0cdfb6c1e50" providerId="ADAL" clId="{46CEC04D-AD33-4A1E-862D-8F2826576733}" dt="2025-09-19T01:47:54.248" v="429" actId="14100"/>
        <pc:sldMkLst>
          <pc:docMk/>
          <pc:sldMk cId="766552979" sldId="265"/>
        </pc:sldMkLst>
        <pc:spChg chg="mod">
          <ac:chgData name="Starschich, Eugen" userId="26490f84-3a52-4393-8e46-f0cdfb6c1e50" providerId="ADAL" clId="{46CEC04D-AD33-4A1E-862D-8F2826576733}" dt="2025-09-19T01:47:54.248" v="429" actId="14100"/>
          <ac:spMkLst>
            <pc:docMk/>
            <pc:sldMk cId="766552979" sldId="265"/>
            <ac:spMk id="7" creationId="{DA5B75FA-BBD5-E251-FBA6-8AEC7CF253D0}"/>
          </ac:spMkLst>
        </pc:spChg>
        <pc:picChg chg="add mod">
          <ac:chgData name="Starschich, Eugen" userId="26490f84-3a52-4393-8e46-f0cdfb6c1e50" providerId="ADAL" clId="{46CEC04D-AD33-4A1E-862D-8F2826576733}" dt="2025-09-19T01:47:47.763" v="427" actId="1076"/>
          <ac:picMkLst>
            <pc:docMk/>
            <pc:sldMk cId="766552979" sldId="265"/>
            <ac:picMk id="2" creationId="{6013E2A5-E2CF-1F04-F8F6-88BA9748226A}"/>
          </ac:picMkLst>
        </pc:picChg>
        <pc:picChg chg="del">
          <ac:chgData name="Starschich, Eugen" userId="26490f84-3a52-4393-8e46-f0cdfb6c1e50" providerId="ADAL" clId="{46CEC04D-AD33-4A1E-862D-8F2826576733}" dt="2025-09-19T01:47:41.757" v="425" actId="478"/>
          <ac:picMkLst>
            <pc:docMk/>
            <pc:sldMk cId="766552979" sldId="265"/>
            <ac:picMk id="8" creationId="{EB20DB90-ECF3-05F8-AFBD-0151A090C507}"/>
          </ac:picMkLst>
        </pc:picChg>
      </pc:sldChg>
      <pc:sldChg chg="del">
        <pc:chgData name="Starschich, Eugen" userId="26490f84-3a52-4393-8e46-f0cdfb6c1e50" providerId="ADAL" clId="{46CEC04D-AD33-4A1E-862D-8F2826576733}" dt="2025-09-19T01:48:20.752" v="431" actId="47"/>
        <pc:sldMkLst>
          <pc:docMk/>
          <pc:sldMk cId="1714569588" sldId="288"/>
        </pc:sldMkLst>
      </pc:sldChg>
      <pc:sldChg chg="addSp delSp modSp mod">
        <pc:chgData name="Starschich, Eugen" userId="26490f84-3a52-4393-8e46-f0cdfb6c1e50" providerId="ADAL" clId="{46CEC04D-AD33-4A1E-862D-8F2826576733}" dt="2025-09-18T16:09:02.221" v="143" actId="12"/>
        <pc:sldMkLst>
          <pc:docMk/>
          <pc:sldMk cId="3400923061" sldId="290"/>
        </pc:sldMkLst>
        <pc:spChg chg="del mod">
          <ac:chgData name="Starschich, Eugen" userId="26490f84-3a52-4393-8e46-f0cdfb6c1e50" providerId="ADAL" clId="{46CEC04D-AD33-4A1E-862D-8F2826576733}" dt="2025-09-18T16:08:08.908" v="114" actId="478"/>
          <ac:spMkLst>
            <pc:docMk/>
            <pc:sldMk cId="3400923061" sldId="290"/>
            <ac:spMk id="2" creationId="{B02879D5-F672-6817-1C8E-87F00DA0C4A6}"/>
          </ac:spMkLst>
        </pc:spChg>
        <pc:spChg chg="del mod">
          <ac:chgData name="Starschich, Eugen" userId="26490f84-3a52-4393-8e46-f0cdfb6c1e50" providerId="ADAL" clId="{46CEC04D-AD33-4A1E-862D-8F2826576733}" dt="2025-09-18T16:08:08.908" v="114" actId="478"/>
          <ac:spMkLst>
            <pc:docMk/>
            <pc:sldMk cId="3400923061" sldId="290"/>
            <ac:spMk id="6" creationId="{6038E436-355E-23F6-2125-DD3CC7187EF4}"/>
          </ac:spMkLst>
        </pc:spChg>
        <pc:spChg chg="add mod">
          <ac:chgData name="Starschich, Eugen" userId="26490f84-3a52-4393-8e46-f0cdfb6c1e50" providerId="ADAL" clId="{46CEC04D-AD33-4A1E-862D-8F2826576733}" dt="2025-09-18T16:08:57.414" v="142" actId="1035"/>
          <ac:spMkLst>
            <pc:docMk/>
            <pc:sldMk cId="3400923061" sldId="290"/>
            <ac:spMk id="8" creationId="{A0E98795-CDEF-D3D1-B20C-3FB0EEC3C9E5}"/>
          </ac:spMkLst>
        </pc:spChg>
        <pc:spChg chg="add mod">
          <ac:chgData name="Starschich, Eugen" userId="26490f84-3a52-4393-8e46-f0cdfb6c1e50" providerId="ADAL" clId="{46CEC04D-AD33-4A1E-862D-8F2826576733}" dt="2025-09-18T16:09:02.221" v="143" actId="12"/>
          <ac:spMkLst>
            <pc:docMk/>
            <pc:sldMk cId="3400923061" sldId="290"/>
            <ac:spMk id="9" creationId="{468C708B-C6D3-7C14-1C8E-5D15798EB639}"/>
          </ac:spMkLst>
        </pc:spChg>
        <pc:spChg chg="mod">
          <ac:chgData name="Starschich, Eugen" userId="26490f84-3a52-4393-8e46-f0cdfb6c1e50" providerId="ADAL" clId="{46CEC04D-AD33-4A1E-862D-8F2826576733}" dt="2025-09-18T16:08:02.905" v="111" actId="20577"/>
          <ac:spMkLst>
            <pc:docMk/>
            <pc:sldMk cId="3400923061" sldId="290"/>
            <ac:spMk id="70" creationId="{6E447415-E17D-4796-A0E7-6A684C7B99FF}"/>
          </ac:spMkLst>
        </pc:spChg>
        <pc:picChg chg="add mod">
          <ac:chgData name="Starschich, Eugen" userId="26490f84-3a52-4393-8e46-f0cdfb6c1e50" providerId="ADAL" clId="{46CEC04D-AD33-4A1E-862D-8F2826576733}" dt="2025-09-18T16:08:57.414" v="142" actId="1035"/>
          <ac:picMkLst>
            <pc:docMk/>
            <pc:sldMk cId="3400923061" sldId="290"/>
            <ac:picMk id="3" creationId="{F38CCB39-A071-E067-0109-FC58D6FA5330}"/>
          </ac:picMkLst>
        </pc:picChg>
        <pc:picChg chg="add mod">
          <ac:chgData name="Starschich, Eugen" userId="26490f84-3a52-4393-8e46-f0cdfb6c1e50" providerId="ADAL" clId="{46CEC04D-AD33-4A1E-862D-8F2826576733}" dt="2025-09-18T16:08:57.414" v="142" actId="1035"/>
          <ac:picMkLst>
            <pc:docMk/>
            <pc:sldMk cId="3400923061" sldId="290"/>
            <ac:picMk id="4" creationId="{B0D524C6-2561-E727-9A31-7A4E3B39FE60}"/>
          </ac:picMkLst>
        </pc:picChg>
        <pc:picChg chg="del">
          <ac:chgData name="Starschich, Eugen" userId="26490f84-3a52-4393-8e46-f0cdfb6c1e50" providerId="ADAL" clId="{46CEC04D-AD33-4A1E-862D-8F2826576733}" dt="2025-09-18T16:08:06.788" v="113" actId="478"/>
          <ac:picMkLst>
            <pc:docMk/>
            <pc:sldMk cId="3400923061" sldId="290"/>
            <ac:picMk id="5" creationId="{D0C14F4D-E6C5-DDF0-8E0C-5854EEC56391}"/>
          </ac:picMkLst>
        </pc:picChg>
        <pc:picChg chg="del">
          <ac:chgData name="Starschich, Eugen" userId="26490f84-3a52-4393-8e46-f0cdfb6c1e50" providerId="ADAL" clId="{46CEC04D-AD33-4A1E-862D-8F2826576733}" dt="2025-09-18T16:08:05.952" v="112" actId="478"/>
          <ac:picMkLst>
            <pc:docMk/>
            <pc:sldMk cId="3400923061" sldId="290"/>
            <ac:picMk id="7" creationId="{3F9A0CAF-559A-CA0B-007E-CE91D631D99E}"/>
          </ac:picMkLst>
        </pc:picChg>
      </pc:sldChg>
      <pc:sldChg chg="del">
        <pc:chgData name="Starschich, Eugen" userId="26490f84-3a52-4393-8e46-f0cdfb6c1e50" providerId="ADAL" clId="{46CEC04D-AD33-4A1E-862D-8F2826576733}" dt="2025-09-18T16:18:29.161" v="166" actId="47"/>
        <pc:sldMkLst>
          <pc:docMk/>
          <pc:sldMk cId="3282626994" sldId="291"/>
        </pc:sldMkLst>
      </pc:sldChg>
      <pc:sldChg chg="addSp delSp modSp mod">
        <pc:chgData name="Starschich, Eugen" userId="26490f84-3a52-4393-8e46-f0cdfb6c1e50" providerId="ADAL" clId="{46CEC04D-AD33-4A1E-862D-8F2826576733}" dt="2025-09-18T16:48:47.020" v="410" actId="1076"/>
        <pc:sldMkLst>
          <pc:docMk/>
          <pc:sldMk cId="1090506299" sldId="292"/>
        </pc:sldMkLst>
        <pc:spChg chg="mod">
          <ac:chgData name="Starschich, Eugen" userId="26490f84-3a52-4393-8e46-f0cdfb6c1e50" providerId="ADAL" clId="{46CEC04D-AD33-4A1E-862D-8F2826576733}" dt="2025-09-18T16:48:42.329" v="409" actId="1076"/>
          <ac:spMkLst>
            <pc:docMk/>
            <pc:sldMk cId="1090506299" sldId="292"/>
            <ac:spMk id="4" creationId="{07EDD8E9-04E7-ADBB-F017-CD0189725D44}"/>
          </ac:spMkLst>
        </pc:spChg>
        <pc:picChg chg="del">
          <ac:chgData name="Starschich, Eugen" userId="26490f84-3a52-4393-8e46-f0cdfb6c1e50" providerId="ADAL" clId="{46CEC04D-AD33-4A1E-862D-8F2826576733}" dt="2025-09-18T16:19:26.205" v="167" actId="478"/>
          <ac:picMkLst>
            <pc:docMk/>
            <pc:sldMk cId="1090506299" sldId="292"/>
            <ac:picMk id="2" creationId="{76718F50-ED76-057C-A6A1-8A8E3BC47A7D}"/>
          </ac:picMkLst>
        </pc:picChg>
        <pc:picChg chg="add mod">
          <ac:chgData name="Starschich, Eugen" userId="26490f84-3a52-4393-8e46-f0cdfb6c1e50" providerId="ADAL" clId="{46CEC04D-AD33-4A1E-862D-8F2826576733}" dt="2025-09-18T16:48:29.371" v="405" actId="1076"/>
          <ac:picMkLst>
            <pc:docMk/>
            <pc:sldMk cId="1090506299" sldId="292"/>
            <ac:picMk id="3" creationId="{8C91029D-6282-C86C-691E-4CF3F8099888}"/>
          </ac:picMkLst>
        </pc:picChg>
        <pc:picChg chg="del">
          <ac:chgData name="Starschich, Eugen" userId="26490f84-3a52-4393-8e46-f0cdfb6c1e50" providerId="ADAL" clId="{46CEC04D-AD33-4A1E-862D-8F2826576733}" dt="2025-09-18T16:19:57.442" v="170" actId="478"/>
          <ac:picMkLst>
            <pc:docMk/>
            <pc:sldMk cId="1090506299" sldId="292"/>
            <ac:picMk id="5" creationId="{02EB13C5-95EA-AC23-5061-796B71DCC799}"/>
          </ac:picMkLst>
        </pc:picChg>
        <pc:picChg chg="add mod">
          <ac:chgData name="Starschich, Eugen" userId="26490f84-3a52-4393-8e46-f0cdfb6c1e50" providerId="ADAL" clId="{46CEC04D-AD33-4A1E-862D-8F2826576733}" dt="2025-09-18T16:48:47.020" v="410" actId="1076"/>
          <ac:picMkLst>
            <pc:docMk/>
            <pc:sldMk cId="1090506299" sldId="292"/>
            <ac:picMk id="7" creationId="{6352466F-50D8-F7BC-C541-6EC62D46EE2D}"/>
          </ac:picMkLst>
        </pc:picChg>
      </pc:sldChg>
      <pc:sldChg chg="addSp delSp modSp add mod">
        <pc:chgData name="Starschich, Eugen" userId="26490f84-3a52-4393-8e46-f0cdfb6c1e50" providerId="ADAL" clId="{46CEC04D-AD33-4A1E-862D-8F2826576733}" dt="2025-09-18T16:06:37.510" v="52" actId="1076"/>
        <pc:sldMkLst>
          <pc:docMk/>
          <pc:sldMk cId="151555763" sldId="300"/>
        </pc:sldMkLst>
        <pc:spChg chg="mod">
          <ac:chgData name="Starschich, Eugen" userId="26490f84-3a52-4393-8e46-f0cdfb6c1e50" providerId="ADAL" clId="{46CEC04D-AD33-4A1E-862D-8F2826576733}" dt="2025-09-18T16:04:21.309" v="38" actId="20577"/>
          <ac:spMkLst>
            <pc:docMk/>
            <pc:sldMk cId="151555763" sldId="300"/>
            <ac:spMk id="5" creationId="{F401D0D3-8D25-5101-A7A4-A50617F7FC3B}"/>
          </ac:spMkLst>
        </pc:spChg>
        <pc:picChg chg="add mod">
          <ac:chgData name="Starschich, Eugen" userId="26490f84-3a52-4393-8e46-f0cdfb6c1e50" providerId="ADAL" clId="{46CEC04D-AD33-4A1E-862D-8F2826576733}" dt="2025-09-18T16:06:35.743" v="51" actId="1076"/>
          <ac:picMkLst>
            <pc:docMk/>
            <pc:sldMk cId="151555763" sldId="300"/>
            <ac:picMk id="3" creationId="{D40D4C4C-25D4-F3D8-E1B6-39808C58CBFE}"/>
          </ac:picMkLst>
        </pc:picChg>
        <pc:picChg chg="del">
          <ac:chgData name="Starschich, Eugen" userId="26490f84-3a52-4393-8e46-f0cdfb6c1e50" providerId="ADAL" clId="{46CEC04D-AD33-4A1E-862D-8F2826576733}" dt="2025-09-18T16:03:16.121" v="7" actId="478"/>
          <ac:picMkLst>
            <pc:docMk/>
            <pc:sldMk cId="151555763" sldId="300"/>
            <ac:picMk id="4" creationId="{E41950F0-101C-6C03-C42C-899F94C1BA53}"/>
          </ac:picMkLst>
        </pc:picChg>
        <pc:picChg chg="add mod">
          <ac:chgData name="Starschich, Eugen" userId="26490f84-3a52-4393-8e46-f0cdfb6c1e50" providerId="ADAL" clId="{46CEC04D-AD33-4A1E-862D-8F2826576733}" dt="2025-09-18T16:06:37.510" v="52" actId="1076"/>
          <ac:picMkLst>
            <pc:docMk/>
            <pc:sldMk cId="151555763" sldId="300"/>
            <ac:picMk id="7" creationId="{4CF6A12A-BE91-1685-9EAB-C3D08FDFF084}"/>
          </ac:picMkLst>
        </pc:picChg>
      </pc:sldChg>
      <pc:sldChg chg="addSp delSp modSp add mod">
        <pc:chgData name="Starschich, Eugen" userId="26490f84-3a52-4393-8e46-f0cdfb6c1e50" providerId="ADAL" clId="{46CEC04D-AD33-4A1E-862D-8F2826576733}" dt="2025-09-18T16:52:18.556" v="424" actId="1076"/>
        <pc:sldMkLst>
          <pc:docMk/>
          <pc:sldMk cId="1830820585" sldId="301"/>
        </pc:sldMkLst>
        <pc:spChg chg="del">
          <ac:chgData name="Starschich, Eugen" userId="26490f84-3a52-4393-8e46-f0cdfb6c1e50" providerId="ADAL" clId="{46CEC04D-AD33-4A1E-862D-8F2826576733}" dt="2025-09-18T16:11:57.248" v="147" actId="478"/>
          <ac:spMkLst>
            <pc:docMk/>
            <pc:sldMk cId="1830820585" sldId="301"/>
            <ac:spMk id="2" creationId="{DE66E5C5-6348-73BC-F15E-B3F2413713F1}"/>
          </ac:spMkLst>
        </pc:spChg>
        <pc:spChg chg="del">
          <ac:chgData name="Starschich, Eugen" userId="26490f84-3a52-4393-8e46-f0cdfb6c1e50" providerId="ADAL" clId="{46CEC04D-AD33-4A1E-862D-8F2826576733}" dt="2025-09-18T16:11:54.073" v="146" actId="478"/>
          <ac:spMkLst>
            <pc:docMk/>
            <pc:sldMk cId="1830820585" sldId="301"/>
            <ac:spMk id="6" creationId="{2ADD91F8-04E5-6ED6-8CA8-C61C6B6F97D9}"/>
          </ac:spMkLst>
        </pc:spChg>
        <pc:spChg chg="mod">
          <ac:chgData name="Starschich, Eugen" userId="26490f84-3a52-4393-8e46-f0cdfb6c1e50" providerId="ADAL" clId="{46CEC04D-AD33-4A1E-862D-8F2826576733}" dt="2025-09-18T16:26:10.558" v="346" actId="6549"/>
          <ac:spMkLst>
            <pc:docMk/>
            <pc:sldMk cId="1830820585" sldId="301"/>
            <ac:spMk id="70" creationId="{BC3127BD-3247-BDAC-0D57-E1B939738BF0}"/>
          </ac:spMkLst>
        </pc:spChg>
        <pc:picChg chg="add del mod">
          <ac:chgData name="Starschich, Eugen" userId="26490f84-3a52-4393-8e46-f0cdfb6c1e50" providerId="ADAL" clId="{46CEC04D-AD33-4A1E-862D-8F2826576733}" dt="2025-09-18T16:25:51.123" v="344" actId="478"/>
          <ac:picMkLst>
            <pc:docMk/>
            <pc:sldMk cId="1830820585" sldId="301"/>
            <ac:picMk id="3" creationId="{938FBC7E-B190-3F31-8DCB-9B563A87ED49}"/>
          </ac:picMkLst>
        </pc:picChg>
        <pc:picChg chg="add mod">
          <ac:chgData name="Starschich, Eugen" userId="26490f84-3a52-4393-8e46-f0cdfb6c1e50" providerId="ADAL" clId="{46CEC04D-AD33-4A1E-862D-8F2826576733}" dt="2025-09-18T16:52:18.556" v="424" actId="1076"/>
          <ac:picMkLst>
            <pc:docMk/>
            <pc:sldMk cId="1830820585" sldId="301"/>
            <ac:picMk id="4" creationId="{DE905BF4-B9B2-B677-0EF7-C35B41BE432A}"/>
          </ac:picMkLst>
        </pc:picChg>
        <pc:picChg chg="del">
          <ac:chgData name="Starschich, Eugen" userId="26490f84-3a52-4393-8e46-f0cdfb6c1e50" providerId="ADAL" clId="{46CEC04D-AD33-4A1E-862D-8F2826576733}" dt="2025-09-18T16:11:54.073" v="146" actId="478"/>
          <ac:picMkLst>
            <pc:docMk/>
            <pc:sldMk cId="1830820585" sldId="301"/>
            <ac:picMk id="5" creationId="{B4E6DFF2-F32F-7D38-36D2-AB3EEBA73104}"/>
          </ac:picMkLst>
        </pc:picChg>
        <pc:picChg chg="del">
          <ac:chgData name="Starschich, Eugen" userId="26490f84-3a52-4393-8e46-f0cdfb6c1e50" providerId="ADAL" clId="{46CEC04D-AD33-4A1E-862D-8F2826576733}" dt="2025-09-18T16:11:54.073" v="146" actId="478"/>
          <ac:picMkLst>
            <pc:docMk/>
            <pc:sldMk cId="1830820585" sldId="301"/>
            <ac:picMk id="7" creationId="{7A20EED3-F77E-09AE-BDB6-49BF26857C68}"/>
          </ac:picMkLst>
        </pc:picChg>
      </pc:sldChg>
      <pc:sldChg chg="addSp delSp modSp add mod">
        <pc:chgData name="Starschich, Eugen" userId="26490f84-3a52-4393-8e46-f0cdfb6c1e50" providerId="ADAL" clId="{46CEC04D-AD33-4A1E-862D-8F2826576733}" dt="2025-09-18T16:47:13.826" v="403" actId="14100"/>
        <pc:sldMkLst>
          <pc:docMk/>
          <pc:sldMk cId="4272483906" sldId="302"/>
        </pc:sldMkLst>
        <pc:spChg chg="mod">
          <ac:chgData name="Starschich, Eugen" userId="26490f84-3a52-4393-8e46-f0cdfb6c1e50" providerId="ADAL" clId="{46CEC04D-AD33-4A1E-862D-8F2826576733}" dt="2025-09-18T16:46:53.181" v="399" actId="14100"/>
          <ac:spMkLst>
            <pc:docMk/>
            <pc:sldMk cId="4272483906" sldId="302"/>
            <ac:spMk id="2" creationId="{ABCE5ADF-2972-714C-852A-C14D9283D1B9}"/>
          </ac:spMkLst>
        </pc:spChg>
        <pc:spChg chg="mod">
          <ac:chgData name="Starschich, Eugen" userId="26490f84-3a52-4393-8e46-f0cdfb6c1e50" providerId="ADAL" clId="{46CEC04D-AD33-4A1E-862D-8F2826576733}" dt="2025-09-18T16:47:13.826" v="403" actId="14100"/>
          <ac:spMkLst>
            <pc:docMk/>
            <pc:sldMk cId="4272483906" sldId="302"/>
            <ac:spMk id="6" creationId="{D7CB7646-775E-F18A-2EA2-34204BE41A90}"/>
          </ac:spMkLst>
        </pc:spChg>
        <pc:picChg chg="add mod">
          <ac:chgData name="Starschich, Eugen" userId="26490f84-3a52-4393-8e46-f0cdfb6c1e50" providerId="ADAL" clId="{46CEC04D-AD33-4A1E-862D-8F2826576733}" dt="2025-09-18T16:46:38.872" v="396" actId="1076"/>
          <ac:picMkLst>
            <pc:docMk/>
            <pc:sldMk cId="4272483906" sldId="302"/>
            <ac:picMk id="3" creationId="{9D437ADD-DE3F-0216-534D-77DA56EB0E58}"/>
          </ac:picMkLst>
        </pc:picChg>
        <pc:picChg chg="add mod">
          <ac:chgData name="Starschich, Eugen" userId="26490f84-3a52-4393-8e46-f0cdfb6c1e50" providerId="ADAL" clId="{46CEC04D-AD33-4A1E-862D-8F2826576733}" dt="2025-09-18T16:47:01.118" v="400" actId="1076"/>
          <ac:picMkLst>
            <pc:docMk/>
            <pc:sldMk cId="4272483906" sldId="302"/>
            <ac:picMk id="4" creationId="{A0DCD810-A1C7-5049-626D-FB72CAB88F19}"/>
          </ac:picMkLst>
        </pc:picChg>
        <pc:picChg chg="del mod">
          <ac:chgData name="Starschich, Eugen" userId="26490f84-3a52-4393-8e46-f0cdfb6c1e50" providerId="ADAL" clId="{46CEC04D-AD33-4A1E-862D-8F2826576733}" dt="2025-09-18T16:15:54.683" v="161" actId="478"/>
          <ac:picMkLst>
            <pc:docMk/>
            <pc:sldMk cId="4272483906" sldId="302"/>
            <ac:picMk id="5" creationId="{963A54E4-385E-A846-D5D8-9DDC39F789DC}"/>
          </ac:picMkLst>
        </pc:picChg>
        <pc:picChg chg="del mod">
          <ac:chgData name="Starschich, Eugen" userId="26490f84-3a52-4393-8e46-f0cdfb6c1e50" providerId="ADAL" clId="{46CEC04D-AD33-4A1E-862D-8F2826576733}" dt="2025-09-18T16:15:52.968" v="160" actId="478"/>
          <ac:picMkLst>
            <pc:docMk/>
            <pc:sldMk cId="4272483906" sldId="302"/>
            <ac:picMk id="7" creationId="{537C57BD-4EF2-8125-B878-97DAF532BB36}"/>
          </ac:picMkLst>
        </pc:picChg>
      </pc:sldChg>
      <pc:sldChg chg="addSp delSp modSp add mod">
        <pc:chgData name="Starschich, Eugen" userId="26490f84-3a52-4393-8e46-f0cdfb6c1e50" providerId="ADAL" clId="{46CEC04D-AD33-4A1E-862D-8F2826576733}" dt="2025-09-18T16:49:28.245" v="416" actId="1076"/>
        <pc:sldMkLst>
          <pc:docMk/>
          <pc:sldMk cId="419726499" sldId="303"/>
        </pc:sldMkLst>
        <pc:spChg chg="mod">
          <ac:chgData name="Starschich, Eugen" userId="26490f84-3a52-4393-8e46-f0cdfb6c1e50" providerId="ADAL" clId="{46CEC04D-AD33-4A1E-862D-8F2826576733}" dt="2025-09-18T16:49:11.903" v="415" actId="1076"/>
          <ac:spMkLst>
            <pc:docMk/>
            <pc:sldMk cId="419726499" sldId="303"/>
            <ac:spMk id="4" creationId="{89CD5751-5788-0525-1137-D2701D0D891C}"/>
          </ac:spMkLst>
        </pc:spChg>
        <pc:spChg chg="mod">
          <ac:chgData name="Starschich, Eugen" userId="26490f84-3a52-4393-8e46-f0cdfb6c1e50" providerId="ADAL" clId="{46CEC04D-AD33-4A1E-862D-8F2826576733}" dt="2025-09-18T16:21:32.045" v="208" actId="20577"/>
          <ac:spMkLst>
            <pc:docMk/>
            <pc:sldMk cId="419726499" sldId="303"/>
            <ac:spMk id="70" creationId="{39508C0F-5F27-2621-FB61-4B289DBF5AA9}"/>
          </ac:spMkLst>
        </pc:spChg>
        <pc:picChg chg="del">
          <ac:chgData name="Starschich, Eugen" userId="26490f84-3a52-4393-8e46-f0cdfb6c1e50" providerId="ADAL" clId="{46CEC04D-AD33-4A1E-862D-8F2826576733}" dt="2025-09-18T16:21:37.880" v="209" actId="478"/>
          <ac:picMkLst>
            <pc:docMk/>
            <pc:sldMk cId="419726499" sldId="303"/>
            <ac:picMk id="3" creationId="{86563E92-7C52-D741-050D-B591B15569A0}"/>
          </ac:picMkLst>
        </pc:picChg>
        <pc:picChg chg="add mod">
          <ac:chgData name="Starschich, Eugen" userId="26490f84-3a52-4393-8e46-f0cdfb6c1e50" providerId="ADAL" clId="{46CEC04D-AD33-4A1E-862D-8F2826576733}" dt="2025-09-18T16:49:28.245" v="416" actId="1076"/>
          <ac:picMkLst>
            <pc:docMk/>
            <pc:sldMk cId="419726499" sldId="303"/>
            <ac:picMk id="5" creationId="{148817D5-101F-490F-FE54-5D04D63D8185}"/>
          </ac:picMkLst>
        </pc:picChg>
        <pc:picChg chg="mod">
          <ac:chgData name="Starschich, Eugen" userId="26490f84-3a52-4393-8e46-f0cdfb6c1e50" providerId="ADAL" clId="{46CEC04D-AD33-4A1E-862D-8F2826576733}" dt="2025-09-18T16:49:01.399" v="412" actId="1076"/>
          <ac:picMkLst>
            <pc:docMk/>
            <pc:sldMk cId="419726499" sldId="303"/>
            <ac:picMk id="7" creationId="{6A160387-3672-4346-D786-FF6C67E679D8}"/>
          </ac:picMkLst>
        </pc:picChg>
      </pc:sldChg>
      <pc:sldChg chg="addSp delSp modSp add mod">
        <pc:chgData name="Starschich, Eugen" userId="26490f84-3a52-4393-8e46-f0cdfb6c1e50" providerId="ADAL" clId="{46CEC04D-AD33-4A1E-862D-8F2826576733}" dt="2025-09-18T16:46:14.855" v="394" actId="1076"/>
        <pc:sldMkLst>
          <pc:docMk/>
          <pc:sldMk cId="721739089" sldId="304"/>
        </pc:sldMkLst>
        <pc:picChg chg="add del mod">
          <ac:chgData name="Starschich, Eugen" userId="26490f84-3a52-4393-8e46-f0cdfb6c1e50" providerId="ADAL" clId="{46CEC04D-AD33-4A1E-862D-8F2826576733}" dt="2025-09-18T16:28:09.124" v="355" actId="478"/>
          <ac:picMkLst>
            <pc:docMk/>
            <pc:sldMk cId="721739089" sldId="304"/>
            <ac:picMk id="3" creationId="{C6761AC4-8536-169B-70D6-597A9AC32897}"/>
          </ac:picMkLst>
        </pc:picChg>
        <pc:picChg chg="mod">
          <ac:chgData name="Starschich, Eugen" userId="26490f84-3a52-4393-8e46-f0cdfb6c1e50" providerId="ADAL" clId="{46CEC04D-AD33-4A1E-862D-8F2826576733}" dt="2025-09-18T16:46:09.017" v="393" actId="1076"/>
          <ac:picMkLst>
            <pc:docMk/>
            <pc:sldMk cId="721739089" sldId="304"/>
            <ac:picMk id="4" creationId="{443B71A5-BFFB-5348-4BA3-659B7ECFAC70}"/>
          </ac:picMkLst>
        </pc:picChg>
        <pc:picChg chg="add mod">
          <ac:chgData name="Starschich, Eugen" userId="26490f84-3a52-4393-8e46-f0cdfb6c1e50" providerId="ADAL" clId="{46CEC04D-AD33-4A1E-862D-8F2826576733}" dt="2025-09-18T16:46:14.855" v="394" actId="1076"/>
          <ac:picMkLst>
            <pc:docMk/>
            <pc:sldMk cId="721739089" sldId="304"/>
            <ac:picMk id="6" creationId="{8F5669F3-C235-D863-065E-FD9B6D7736EC}"/>
          </ac:picMkLst>
        </pc:picChg>
      </pc:sldChg>
      <pc:sldChg chg="addSp delSp modSp add del mod">
        <pc:chgData name="Starschich, Eugen" userId="26490f84-3a52-4393-8e46-f0cdfb6c1e50" providerId="ADAL" clId="{46CEC04D-AD33-4A1E-862D-8F2826576733}" dt="2025-09-19T01:48:06.110" v="430" actId="47"/>
        <pc:sldMkLst>
          <pc:docMk/>
          <pc:sldMk cId="3243641368" sldId="305"/>
        </pc:sldMkLst>
        <pc:spChg chg="del">
          <ac:chgData name="Starschich, Eugen" userId="26490f84-3a52-4393-8e46-f0cdfb6c1e50" providerId="ADAL" clId="{46CEC04D-AD33-4A1E-862D-8F2826576733}" dt="2025-09-18T16:31:41.445" v="383" actId="478"/>
          <ac:spMkLst>
            <pc:docMk/>
            <pc:sldMk cId="3243641368" sldId="305"/>
            <ac:spMk id="4" creationId="{2F1FC015-C114-11A3-0C77-549CB8385A09}"/>
          </ac:spMkLst>
        </pc:spChg>
        <pc:spChg chg="mod">
          <ac:chgData name="Starschich, Eugen" userId="26490f84-3a52-4393-8e46-f0cdfb6c1e50" providerId="ADAL" clId="{46CEC04D-AD33-4A1E-862D-8F2826576733}" dt="2025-09-18T16:30:43.608" v="382" actId="20577"/>
          <ac:spMkLst>
            <pc:docMk/>
            <pc:sldMk cId="3243641368" sldId="305"/>
            <ac:spMk id="70" creationId="{104B6D8C-DAB4-931D-EBE5-8F747D65B3A1}"/>
          </ac:spMkLst>
        </pc:spChg>
        <pc:picChg chg="add del mod">
          <ac:chgData name="Starschich, Eugen" userId="26490f84-3a52-4393-8e46-f0cdfb6c1e50" providerId="ADAL" clId="{46CEC04D-AD33-4A1E-862D-8F2826576733}" dt="2025-09-18T16:41:25.080" v="386" actId="478"/>
          <ac:picMkLst>
            <pc:docMk/>
            <pc:sldMk cId="3243641368" sldId="305"/>
            <ac:picMk id="3" creationId="{599049E3-29A7-3E00-7F95-C517A5D478B5}"/>
          </ac:picMkLst>
        </pc:picChg>
        <pc:picChg chg="del">
          <ac:chgData name="Starschich, Eugen" userId="26490f84-3a52-4393-8e46-f0cdfb6c1e50" providerId="ADAL" clId="{46CEC04D-AD33-4A1E-862D-8F2826576733}" dt="2025-09-18T16:41:10.739" v="384" actId="478"/>
          <ac:picMkLst>
            <pc:docMk/>
            <pc:sldMk cId="3243641368" sldId="305"/>
            <ac:picMk id="5" creationId="{EB41C7FB-7B36-D272-5CA3-8621C8ADDBE1}"/>
          </ac:picMkLst>
        </pc:picChg>
        <pc:picChg chg="mod">
          <ac:chgData name="Starschich, Eugen" userId="26490f84-3a52-4393-8e46-f0cdfb6c1e50" providerId="ADAL" clId="{46CEC04D-AD33-4A1E-862D-8F2826576733}" dt="2025-09-18T16:49:52.755" v="418" actId="1076"/>
          <ac:picMkLst>
            <pc:docMk/>
            <pc:sldMk cId="3243641368" sldId="305"/>
            <ac:picMk id="7" creationId="{03ECD724-65A8-083A-0D22-31CB0D081EBE}"/>
          </ac:picMkLst>
        </pc:picChg>
        <pc:picChg chg="add mod">
          <ac:chgData name="Starschich, Eugen" userId="26490f84-3a52-4393-8e46-f0cdfb6c1e50" providerId="ADAL" clId="{46CEC04D-AD33-4A1E-862D-8F2826576733}" dt="2025-09-18T16:50:31.067" v="419" actId="1076"/>
          <ac:picMkLst>
            <pc:docMk/>
            <pc:sldMk cId="3243641368" sldId="305"/>
            <ac:picMk id="8" creationId="{E987686E-0BE8-2846-788D-CA0D797065DE}"/>
          </ac:picMkLst>
        </pc:picChg>
      </pc:sldChg>
    </pc:docChg>
  </pc:docChgLst>
  <pc:docChgLst>
    <pc:chgData name="Starschich, Eugen" userId="26490f84-3a52-4393-8e46-f0cdfb6c1e50" providerId="ADAL" clId="{3FAF6998-572C-4A0D-B157-C645D518B3FF}"/>
    <pc:docChg chg="undo custSel addSld delSld modSld sldOrd modMainMaster">
      <pc:chgData name="Starschich, Eugen" userId="26490f84-3a52-4393-8e46-f0cdfb6c1e50" providerId="ADAL" clId="{3FAF6998-572C-4A0D-B157-C645D518B3FF}" dt="2025-03-28T05:02:18.372" v="2408" actId="1076"/>
      <pc:docMkLst>
        <pc:docMk/>
      </pc:docMkLst>
      <pc:sldChg chg="modSp mod">
        <pc:chgData name="Starschich, Eugen" userId="26490f84-3a52-4393-8e46-f0cdfb6c1e50" providerId="ADAL" clId="{3FAF6998-572C-4A0D-B157-C645D518B3FF}" dt="2025-03-27T22:55:56.646" v="20"/>
        <pc:sldMkLst>
          <pc:docMk/>
          <pc:sldMk cId="0" sldId="256"/>
        </pc:sldMkLst>
      </pc:sldChg>
      <pc:sldChg chg="addSp modSp mod">
        <pc:chgData name="Starschich, Eugen" userId="26490f84-3a52-4393-8e46-f0cdfb6c1e50" providerId="ADAL" clId="{3FAF6998-572C-4A0D-B157-C645D518B3FF}" dt="2025-03-27T23:18:17.420" v="159" actId="14100"/>
        <pc:sldMkLst>
          <pc:docMk/>
          <pc:sldMk cId="0" sldId="257"/>
        </pc:sldMkLst>
      </pc:sldChg>
      <pc:sldChg chg="del">
        <pc:chgData name="Starschich, Eugen" userId="26490f84-3a52-4393-8e46-f0cdfb6c1e50" providerId="ADAL" clId="{3FAF6998-572C-4A0D-B157-C645D518B3FF}" dt="2025-03-28T03:23:37.817" v="1494" actId="47"/>
        <pc:sldMkLst>
          <pc:docMk/>
          <pc:sldMk cId="0" sldId="258"/>
        </pc:sldMkLst>
      </pc:sldChg>
      <pc:sldChg chg="del">
        <pc:chgData name="Starschich, Eugen" userId="26490f84-3a52-4393-8e46-f0cdfb6c1e50" providerId="ADAL" clId="{3FAF6998-572C-4A0D-B157-C645D518B3FF}" dt="2025-03-28T03:23:37.817" v="1494" actId="47"/>
        <pc:sldMkLst>
          <pc:docMk/>
          <pc:sldMk cId="0" sldId="259"/>
        </pc:sldMkLst>
      </pc:sldChg>
      <pc:sldChg chg="del">
        <pc:chgData name="Starschich, Eugen" userId="26490f84-3a52-4393-8e46-f0cdfb6c1e50" providerId="ADAL" clId="{3FAF6998-572C-4A0D-B157-C645D518B3FF}" dt="2025-03-28T03:23:37.817" v="1494" actId="47"/>
        <pc:sldMkLst>
          <pc:docMk/>
          <pc:sldMk cId="0" sldId="260"/>
        </pc:sldMkLst>
      </pc:sldChg>
      <pc:sldChg chg="del">
        <pc:chgData name="Starschich, Eugen" userId="26490f84-3a52-4393-8e46-f0cdfb6c1e50" providerId="ADAL" clId="{3FAF6998-572C-4A0D-B157-C645D518B3FF}" dt="2025-03-28T03:23:37.817" v="1494" actId="47"/>
        <pc:sldMkLst>
          <pc:docMk/>
          <pc:sldMk cId="0" sldId="261"/>
        </pc:sldMkLst>
      </pc:sldChg>
      <pc:sldChg chg="del">
        <pc:chgData name="Starschich, Eugen" userId="26490f84-3a52-4393-8e46-f0cdfb6c1e50" providerId="ADAL" clId="{3FAF6998-572C-4A0D-B157-C645D518B3FF}" dt="2025-03-28T03:23:37.817" v="1494" actId="47"/>
        <pc:sldMkLst>
          <pc:docMk/>
          <pc:sldMk cId="0" sldId="262"/>
        </pc:sldMkLst>
      </pc:sldChg>
      <pc:sldChg chg="addSp delSp modSp add mod">
        <pc:chgData name="Starschich, Eugen" userId="26490f84-3a52-4393-8e46-f0cdfb6c1e50" providerId="ADAL" clId="{3FAF6998-572C-4A0D-B157-C645D518B3FF}" dt="2025-03-27T23:56:39.396" v="736" actId="1038"/>
        <pc:sldMkLst>
          <pc:docMk/>
          <pc:sldMk cId="3484829612" sldId="263"/>
        </pc:sldMkLst>
      </pc:sldChg>
      <pc:sldChg chg="addSp delSp modSp add mod">
        <pc:chgData name="Starschich, Eugen" userId="26490f84-3a52-4393-8e46-f0cdfb6c1e50" providerId="ADAL" clId="{3FAF6998-572C-4A0D-B157-C645D518B3FF}" dt="2025-03-27T23:35:13.928" v="421" actId="113"/>
        <pc:sldMkLst>
          <pc:docMk/>
          <pc:sldMk cId="2553018149" sldId="264"/>
        </pc:sldMkLst>
      </pc:sldChg>
      <pc:sldChg chg="addSp delSp modSp add mod ord">
        <pc:chgData name="Starschich, Eugen" userId="26490f84-3a52-4393-8e46-f0cdfb6c1e50" providerId="ADAL" clId="{3FAF6998-572C-4A0D-B157-C645D518B3FF}" dt="2025-03-27T23:55:16.898" v="641" actId="1076"/>
        <pc:sldMkLst>
          <pc:docMk/>
          <pc:sldMk cId="766552979" sldId="265"/>
        </pc:sldMkLst>
      </pc:sldChg>
      <pc:sldChg chg="addSp delSp modSp add mod">
        <pc:chgData name="Starschich, Eugen" userId="26490f84-3a52-4393-8e46-f0cdfb6c1e50" providerId="ADAL" clId="{3FAF6998-572C-4A0D-B157-C645D518B3FF}" dt="2025-03-28T00:01:39.011" v="1105" actId="20577"/>
        <pc:sldMkLst>
          <pc:docMk/>
          <pc:sldMk cId="4051034225" sldId="266"/>
        </pc:sldMkLst>
      </pc:sldChg>
      <pc:sldChg chg="addSp delSp modSp add mod">
        <pc:chgData name="Starschich, Eugen" userId="26490f84-3a52-4393-8e46-f0cdfb6c1e50" providerId="ADAL" clId="{3FAF6998-572C-4A0D-B157-C645D518B3FF}" dt="2025-03-28T03:03:21.150" v="1313" actId="27636"/>
        <pc:sldMkLst>
          <pc:docMk/>
          <pc:sldMk cId="1319213325" sldId="267"/>
        </pc:sldMkLst>
      </pc:sldChg>
      <pc:sldChg chg="addSp delSp modSp add mod">
        <pc:chgData name="Starschich, Eugen" userId="26490f84-3a52-4393-8e46-f0cdfb6c1e50" providerId="ADAL" clId="{3FAF6998-572C-4A0D-B157-C645D518B3FF}" dt="2025-03-28T03:05:21.061" v="1471" actId="20577"/>
        <pc:sldMkLst>
          <pc:docMk/>
          <pc:sldMk cId="2018364373" sldId="268"/>
        </pc:sldMkLst>
      </pc:sldChg>
      <pc:sldChg chg="addSp delSp modSp add mod">
        <pc:chgData name="Starschich, Eugen" userId="26490f84-3a52-4393-8e46-f0cdfb6c1e50" providerId="ADAL" clId="{3FAF6998-572C-4A0D-B157-C645D518B3FF}" dt="2025-03-28T03:22:18.015" v="1493" actId="1076"/>
        <pc:sldMkLst>
          <pc:docMk/>
          <pc:sldMk cId="2076223451" sldId="269"/>
        </pc:sldMkLst>
      </pc:sldChg>
      <pc:sldChg chg="addSp delSp modSp add mod">
        <pc:chgData name="Starschich, Eugen" userId="26490f84-3a52-4393-8e46-f0cdfb6c1e50" providerId="ADAL" clId="{3FAF6998-572C-4A0D-B157-C645D518B3FF}" dt="2025-03-28T03:26:12.817" v="1535" actId="1076"/>
        <pc:sldMkLst>
          <pc:docMk/>
          <pc:sldMk cId="2958086802" sldId="270"/>
        </pc:sldMkLst>
      </pc:sldChg>
      <pc:sldChg chg="addSp delSp modSp add mod">
        <pc:chgData name="Starschich, Eugen" userId="26490f84-3a52-4393-8e46-f0cdfb6c1e50" providerId="ADAL" clId="{3FAF6998-572C-4A0D-B157-C645D518B3FF}" dt="2025-03-28T03:30:26.298" v="1620" actId="1035"/>
        <pc:sldMkLst>
          <pc:docMk/>
          <pc:sldMk cId="1445034717" sldId="271"/>
        </pc:sldMkLst>
      </pc:sldChg>
      <pc:sldChg chg="addSp delSp modSp add mod">
        <pc:chgData name="Starschich, Eugen" userId="26490f84-3a52-4393-8e46-f0cdfb6c1e50" providerId="ADAL" clId="{3FAF6998-572C-4A0D-B157-C645D518B3FF}" dt="2025-03-28T03:31:14.727" v="1648" actId="1076"/>
        <pc:sldMkLst>
          <pc:docMk/>
          <pc:sldMk cId="4263109236" sldId="272"/>
        </pc:sldMkLst>
      </pc:sldChg>
      <pc:sldChg chg="addSp delSp modSp add mod ord">
        <pc:chgData name="Starschich, Eugen" userId="26490f84-3a52-4393-8e46-f0cdfb6c1e50" providerId="ADAL" clId="{3FAF6998-572C-4A0D-B157-C645D518B3FF}" dt="2025-03-28T03:36:30.531" v="1854" actId="20577"/>
        <pc:sldMkLst>
          <pc:docMk/>
          <pc:sldMk cId="853819414" sldId="273"/>
        </pc:sldMkLst>
      </pc:sldChg>
      <pc:sldChg chg="addSp delSp modSp add mod">
        <pc:chgData name="Starschich, Eugen" userId="26490f84-3a52-4393-8e46-f0cdfb6c1e50" providerId="ADAL" clId="{3FAF6998-572C-4A0D-B157-C645D518B3FF}" dt="2025-03-28T03:42:40.414" v="1891" actId="1076"/>
        <pc:sldMkLst>
          <pc:docMk/>
          <pc:sldMk cId="3096501966" sldId="274"/>
        </pc:sldMkLst>
      </pc:sldChg>
      <pc:sldChg chg="addSp modSp new mod ord">
        <pc:chgData name="Starschich, Eugen" userId="26490f84-3a52-4393-8e46-f0cdfb6c1e50" providerId="ADAL" clId="{3FAF6998-572C-4A0D-B157-C645D518B3FF}" dt="2025-03-28T03:45:29.412" v="1924"/>
        <pc:sldMkLst>
          <pc:docMk/>
          <pc:sldMk cId="4153037725" sldId="275"/>
        </pc:sldMkLst>
      </pc:sldChg>
      <pc:sldChg chg="addSp delSp modSp add mod">
        <pc:chgData name="Starschich, Eugen" userId="26490f84-3a52-4393-8e46-f0cdfb6c1e50" providerId="ADAL" clId="{3FAF6998-572C-4A0D-B157-C645D518B3FF}" dt="2025-03-28T03:48:07.028" v="1948" actId="20577"/>
        <pc:sldMkLst>
          <pc:docMk/>
          <pc:sldMk cId="805514049" sldId="276"/>
        </pc:sldMkLst>
      </pc:sldChg>
      <pc:sldChg chg="addSp delSp modSp add mod">
        <pc:chgData name="Starschich, Eugen" userId="26490f84-3a52-4393-8e46-f0cdfb6c1e50" providerId="ADAL" clId="{3FAF6998-572C-4A0D-B157-C645D518B3FF}" dt="2025-03-28T03:51:33.786" v="1959"/>
        <pc:sldMkLst>
          <pc:docMk/>
          <pc:sldMk cId="3591809553" sldId="277"/>
        </pc:sldMkLst>
      </pc:sldChg>
      <pc:sldChg chg="delSp add del mod">
        <pc:chgData name="Starschich, Eugen" userId="26490f84-3a52-4393-8e46-f0cdfb6c1e50" providerId="ADAL" clId="{3FAF6998-572C-4A0D-B157-C645D518B3FF}" dt="2025-03-28T03:54:13.771" v="1999" actId="47"/>
        <pc:sldMkLst>
          <pc:docMk/>
          <pc:sldMk cId="4123278940" sldId="278"/>
        </pc:sldMkLst>
      </pc:sldChg>
      <pc:sldChg chg="addSp delSp modSp add mod">
        <pc:chgData name="Starschich, Eugen" userId="26490f84-3a52-4393-8e46-f0cdfb6c1e50" providerId="ADAL" clId="{3FAF6998-572C-4A0D-B157-C645D518B3FF}" dt="2025-03-28T03:54:04.768" v="1998" actId="1076"/>
        <pc:sldMkLst>
          <pc:docMk/>
          <pc:sldMk cId="4029490452" sldId="279"/>
        </pc:sldMkLst>
      </pc:sldChg>
      <pc:sldChg chg="addSp delSp modSp add mod">
        <pc:chgData name="Starschich, Eugen" userId="26490f84-3a52-4393-8e46-f0cdfb6c1e50" providerId="ADAL" clId="{3FAF6998-572C-4A0D-B157-C645D518B3FF}" dt="2025-03-28T04:11:49.832" v="2273" actId="1076"/>
        <pc:sldMkLst>
          <pc:docMk/>
          <pc:sldMk cId="3468657621" sldId="280"/>
        </pc:sldMkLst>
      </pc:sldChg>
      <pc:sldChg chg="addSp delSp modSp add mod">
        <pc:chgData name="Starschich, Eugen" userId="26490f84-3a52-4393-8e46-f0cdfb6c1e50" providerId="ADAL" clId="{3FAF6998-572C-4A0D-B157-C645D518B3FF}" dt="2025-03-28T04:13:24.956" v="2290" actId="113"/>
        <pc:sldMkLst>
          <pc:docMk/>
          <pc:sldMk cId="2806519172" sldId="281"/>
        </pc:sldMkLst>
      </pc:sldChg>
      <pc:sldChg chg="addSp delSp modSp add mod">
        <pc:chgData name="Starschich, Eugen" userId="26490f84-3a52-4393-8e46-f0cdfb6c1e50" providerId="ADAL" clId="{3FAF6998-572C-4A0D-B157-C645D518B3FF}" dt="2025-03-28T04:15:05.619" v="2307" actId="122"/>
        <pc:sldMkLst>
          <pc:docMk/>
          <pc:sldMk cId="2738136966" sldId="282"/>
        </pc:sldMkLst>
      </pc:sldChg>
      <pc:sldChg chg="addSp modSp new mod">
        <pc:chgData name="Starschich, Eugen" userId="26490f84-3a52-4393-8e46-f0cdfb6c1e50" providerId="ADAL" clId="{3FAF6998-572C-4A0D-B157-C645D518B3FF}" dt="2025-03-28T04:18:46.708" v="2353" actId="20577"/>
        <pc:sldMkLst>
          <pc:docMk/>
          <pc:sldMk cId="2943890721" sldId="283"/>
        </pc:sldMkLst>
      </pc:sldChg>
      <pc:sldChg chg="addSp delSp modSp new mod">
        <pc:chgData name="Starschich, Eugen" userId="26490f84-3a52-4393-8e46-f0cdfb6c1e50" providerId="ADAL" clId="{3FAF6998-572C-4A0D-B157-C645D518B3FF}" dt="2025-03-28T05:02:18.372" v="2408" actId="1076"/>
        <pc:sldMkLst>
          <pc:docMk/>
          <pc:sldMk cId="1247094071" sldId="284"/>
        </pc:sldMkLst>
      </pc:sldChg>
      <pc:sldChg chg="addSp delSp modSp add mod">
        <pc:chgData name="Starschich, Eugen" userId="26490f84-3a52-4393-8e46-f0cdfb6c1e50" providerId="ADAL" clId="{3FAF6998-572C-4A0D-B157-C645D518B3FF}" dt="2025-03-28T04:58:14.925" v="2396" actId="1076"/>
        <pc:sldMkLst>
          <pc:docMk/>
          <pc:sldMk cId="279326134" sldId="285"/>
        </pc:sldMkLst>
      </pc:sldChg>
      <pc:sldMasterChg chg="modSp mod">
        <pc:chgData name="Starschich, Eugen" userId="26490f84-3a52-4393-8e46-f0cdfb6c1e50" providerId="ADAL" clId="{3FAF6998-572C-4A0D-B157-C645D518B3FF}" dt="2025-03-27T22:55:18.623" v="6" actId="20577"/>
        <pc:sldMasterMkLst>
          <pc:docMk/>
          <pc:sldMasterMk cId="0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E50DD711-0CC5-8023-87FC-3B52817CD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68E5E88F-4585-A78F-12D3-0376F450EC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03E03AF8-2981-BE8C-393F-AB9C502BFD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14581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4BE5C9C0-637F-B05F-0F0B-C443BB936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3053B8DA-6991-4710-82CE-CBF068C7EC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739598C6-73FD-1780-93A9-DB9938BC6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53978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965AFDA7-DED0-455F-56A6-62334E6F4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0D239256-A366-BB89-ABBA-147D88E913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72A2EC54-EA3F-B733-A0C1-837D35E69A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77321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30362647-28E2-35BF-C4FB-DD285D039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85D6358A-C212-AAF1-9675-F89ABA2FB2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5D836C92-8C9D-C6BC-B96D-0DAF6C20EB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84931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954A47F3-8BED-592D-7A5D-2EABF8373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C2653C10-5B51-3571-EA9D-AB1CA82DD5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DC12E193-554D-D9CE-2C6C-D0B69E0852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740913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F983BBFB-F968-5605-CBF5-1FCAAE88C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F399A0E4-8365-755A-176A-27351BCA25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5950D22F-036B-9638-6564-464DE12F57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084637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8FB88C63-0583-64C1-A9F8-0659CAF36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47CABEDF-C8FD-E636-5F4A-FB14990A68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50CC5A77-3037-59D4-BE5E-50DAEA1F04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69495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88F12E2B-F8F3-7090-EC39-E6996CAA7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E11B60E6-740A-23F6-85DF-10630D64C8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C1FAA138-361B-EC87-A941-58DA5B809C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202645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6C1F0E92-F1D1-F142-4F62-F1A85B984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5605D88C-ECAF-AC5B-91B6-18903343B7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F34DB393-BB60-666C-F445-94749B88F2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266832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022FA2E4-F93B-DD88-16B8-F171C5F5D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544A6FD4-DBE3-7EA4-254F-1E141883AC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5D330A80-10C8-7AEF-407A-ECF9422C0A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416910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60454E9E-2461-006F-FB20-7959AA0A0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ED4AE9DF-BDF9-7135-6829-8E38E4113A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99C7B560-518A-394A-536B-771EF0A72E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936295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101C0901-ADA4-7A7D-21EB-38500A29D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46E90DB9-A7D1-C403-A0E6-5ADE0FDA08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7A18B8F1-D224-14BD-843A-A76E16EE4D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521973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294C1088-50CF-1DDA-6C98-AA7E221E1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7BC07409-E16D-84C0-15D1-E22C4261DE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F45F6F0D-05C9-0C42-74E1-2E6D5AFC8C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065797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CC306D05-53A4-8824-AACF-C5E965614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08A45461-877D-A9A7-F0D5-912DEAD396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14255DF4-3B25-29F4-81E8-41499259BB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99709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B732F76E-DEDD-4C55-3AFA-AA7958673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382410AE-DFD8-2DC1-827E-C714278B80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6016F35D-6455-650B-0D80-CBDF64A8F0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641488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A5031E8C-4C8D-2B97-A6CA-A1099E419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1F373BDC-5543-AD4F-65BA-D6469E4F3D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C82CA7D5-045C-7CA9-AD00-D36BE56823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097600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24F8D352-0C61-C1A1-49CE-48768C24E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07658C60-B4BB-2518-28AE-F6425AC15F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85748D67-C337-7BBE-C72B-3E993E22F1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24450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A31156B9-AF70-564A-E8B2-883A2EA04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2763C583-FAA2-87AE-6431-A66F4313B5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566E50D4-3BC4-2D3D-328B-4CBB9B1847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661078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693575F2-8250-7A2F-271E-2354CE353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D5A9499F-5E0C-E7C8-77BD-1B06CCC52B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BE680B88-89DA-9D55-7046-2D5FD7EE45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36804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B8E5F9D4-168A-AB0A-4620-09677B085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517D92F9-7AAC-50FC-0C70-8F76C32DF2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DDE99481-E014-9BAA-D241-79316F501D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596983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AEFD2E0B-4E79-73BD-E998-26F4B889D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47A6F5E6-C3BF-642D-B116-36F0CCB532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845A89D9-8460-54AD-8CF1-B224551001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663771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61C3FA08-1D3B-CEDD-57DC-CCDAB14EF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C5D5E458-D91A-D889-C371-B25B531205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27395BFE-04E0-459A-ADBD-0EE8CAD804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00107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9" name="Google Shape;1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447917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8"/>
          <p:cNvSpPr txBox="1"/>
          <p:nvPr/>
        </p:nvSpPr>
        <p:spPr>
          <a:xfrm>
            <a:off x="3259138" y="247650"/>
            <a:ext cx="173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Course: Example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8"/>
          <p:cNvSpPr txBox="1"/>
          <p:nvPr/>
        </p:nvSpPr>
        <p:spPr>
          <a:xfrm>
            <a:off x="10861157" y="247650"/>
            <a:ext cx="9620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NJIT Online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" name="Google Shape;22;p8"/>
          <p:cNvGrpSpPr/>
          <p:nvPr/>
        </p:nvGrpSpPr>
        <p:grpSpPr>
          <a:xfrm>
            <a:off x="417513" y="247650"/>
            <a:ext cx="817562" cy="365125"/>
            <a:chOff x="680603" y="376946"/>
            <a:chExt cx="1172845" cy="524163"/>
          </a:xfrm>
        </p:grpSpPr>
        <p:pic>
          <p:nvPicPr>
            <p:cNvPr id="23" name="Google Shape;23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6939" y="376946"/>
              <a:ext cx="241270" cy="2372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24;p8"/>
            <p:cNvSpPr/>
            <p:nvPr/>
          </p:nvSpPr>
          <p:spPr>
            <a:xfrm>
              <a:off x="1049898" y="382094"/>
              <a:ext cx="103505" cy="306705"/>
            </a:xfrm>
            <a:custGeom>
              <a:avLst/>
              <a:gdLst/>
              <a:ahLst/>
              <a:cxnLst/>
              <a:rect l="l" t="t" r="r" b="b"/>
              <a:pathLst>
                <a:path w="103505" h="306705" extrusionOk="0">
                  <a:moveTo>
                    <a:pt x="100845" y="0"/>
                  </a:moveTo>
                  <a:lnTo>
                    <a:pt x="87388" y="145"/>
                  </a:lnTo>
                  <a:lnTo>
                    <a:pt x="62814" y="931"/>
                  </a:lnTo>
                  <a:lnTo>
                    <a:pt x="37059" y="145"/>
                  </a:lnTo>
                  <a:lnTo>
                    <a:pt x="21077" y="0"/>
                  </a:lnTo>
                  <a:lnTo>
                    <a:pt x="18931" y="607"/>
                  </a:lnTo>
                  <a:lnTo>
                    <a:pt x="18931" y="4816"/>
                  </a:lnTo>
                  <a:lnTo>
                    <a:pt x="20774" y="5455"/>
                  </a:lnTo>
                  <a:lnTo>
                    <a:pt x="28292" y="5455"/>
                  </a:lnTo>
                  <a:lnTo>
                    <a:pt x="30595" y="5727"/>
                  </a:lnTo>
                  <a:lnTo>
                    <a:pt x="43014" y="8439"/>
                  </a:lnTo>
                  <a:lnTo>
                    <a:pt x="42585" y="13298"/>
                  </a:lnTo>
                  <a:lnTo>
                    <a:pt x="43537" y="31180"/>
                  </a:lnTo>
                  <a:lnTo>
                    <a:pt x="43714" y="41981"/>
                  </a:lnTo>
                  <a:lnTo>
                    <a:pt x="43789" y="87630"/>
                  </a:lnTo>
                  <a:lnTo>
                    <a:pt x="43789" y="174371"/>
                  </a:lnTo>
                  <a:lnTo>
                    <a:pt x="43477" y="213698"/>
                  </a:lnTo>
                  <a:lnTo>
                    <a:pt x="34353" y="268000"/>
                  </a:lnTo>
                  <a:lnTo>
                    <a:pt x="1507" y="301299"/>
                  </a:lnTo>
                  <a:lnTo>
                    <a:pt x="0" y="302493"/>
                  </a:lnTo>
                  <a:lnTo>
                    <a:pt x="0" y="305498"/>
                  </a:lnTo>
                  <a:lnTo>
                    <a:pt x="1193" y="306440"/>
                  </a:lnTo>
                  <a:lnTo>
                    <a:pt x="3905" y="306440"/>
                  </a:lnTo>
                  <a:lnTo>
                    <a:pt x="6334" y="305823"/>
                  </a:lnTo>
                  <a:lnTo>
                    <a:pt x="8460" y="304608"/>
                  </a:lnTo>
                  <a:lnTo>
                    <a:pt x="19643" y="299174"/>
                  </a:lnTo>
                  <a:lnTo>
                    <a:pt x="57716" y="268423"/>
                  </a:lnTo>
                  <a:lnTo>
                    <a:pt x="78582" y="226562"/>
                  </a:lnTo>
                  <a:lnTo>
                    <a:pt x="82165" y="186130"/>
                  </a:lnTo>
                  <a:lnTo>
                    <a:pt x="81243" y="143545"/>
                  </a:lnTo>
                  <a:lnTo>
                    <a:pt x="81252" y="59589"/>
                  </a:lnTo>
                  <a:lnTo>
                    <a:pt x="81495" y="31180"/>
                  </a:lnTo>
                  <a:lnTo>
                    <a:pt x="82447" y="12994"/>
                  </a:lnTo>
                  <a:lnTo>
                    <a:pt x="83452" y="7853"/>
                  </a:lnTo>
                  <a:lnTo>
                    <a:pt x="95222" y="5727"/>
                  </a:lnTo>
                  <a:lnTo>
                    <a:pt x="92981" y="5779"/>
                  </a:lnTo>
                  <a:lnTo>
                    <a:pt x="101148" y="5141"/>
                  </a:lnTo>
                  <a:lnTo>
                    <a:pt x="102949" y="4816"/>
                  </a:lnTo>
                  <a:lnTo>
                    <a:pt x="102949" y="607"/>
                  </a:lnTo>
                  <a:lnTo>
                    <a:pt x="1008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" name="Google Shape;25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00789" y="382094"/>
              <a:ext cx="87630" cy="2284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26;p8"/>
            <p:cNvSpPr/>
            <p:nvPr/>
          </p:nvSpPr>
          <p:spPr>
            <a:xfrm>
              <a:off x="680603" y="377869"/>
              <a:ext cx="1172845" cy="523240"/>
            </a:xfrm>
            <a:custGeom>
              <a:avLst/>
              <a:gdLst/>
              <a:ahLst/>
              <a:cxnLst/>
              <a:rect l="l" t="t" r="r" b="b"/>
              <a:pathLst>
                <a:path w="1172845" h="523240" extrusionOk="0">
                  <a:moveTo>
                    <a:pt x="857000" y="0"/>
                  </a:moveTo>
                  <a:lnTo>
                    <a:pt x="852780" y="0"/>
                  </a:lnTo>
                  <a:lnTo>
                    <a:pt x="851879" y="1811"/>
                  </a:lnTo>
                  <a:lnTo>
                    <a:pt x="847574" y="22189"/>
                  </a:lnTo>
                  <a:lnTo>
                    <a:pt x="845531" y="33342"/>
                  </a:lnTo>
                  <a:lnTo>
                    <a:pt x="844623" y="40490"/>
                  </a:lnTo>
                  <a:lnTo>
                    <a:pt x="844623" y="43789"/>
                  </a:lnTo>
                  <a:lnTo>
                    <a:pt x="845241" y="45328"/>
                  </a:lnTo>
                  <a:lnTo>
                    <a:pt x="849146" y="45328"/>
                  </a:lnTo>
                  <a:lnTo>
                    <a:pt x="850047" y="44092"/>
                  </a:lnTo>
                  <a:lnTo>
                    <a:pt x="851262" y="39244"/>
                  </a:lnTo>
                  <a:lnTo>
                    <a:pt x="852780" y="35611"/>
                  </a:lnTo>
                  <a:lnTo>
                    <a:pt x="930076" y="21140"/>
                  </a:lnTo>
                  <a:lnTo>
                    <a:pt x="930052" y="165597"/>
                  </a:lnTo>
                  <a:lnTo>
                    <a:pt x="928579" y="212956"/>
                  </a:lnTo>
                  <a:lnTo>
                    <a:pt x="915574" y="230872"/>
                  </a:lnTo>
                  <a:lnTo>
                    <a:pt x="906590" y="230872"/>
                  </a:lnTo>
                  <a:lnTo>
                    <a:pt x="832257" y="234620"/>
                  </a:lnTo>
                  <a:lnTo>
                    <a:pt x="759564" y="241935"/>
                  </a:lnTo>
                  <a:lnTo>
                    <a:pt x="688744" y="252412"/>
                  </a:lnTo>
                  <a:lnTo>
                    <a:pt x="620035" y="265644"/>
                  </a:lnTo>
                  <a:lnTo>
                    <a:pt x="553671" y="281227"/>
                  </a:lnTo>
                  <a:lnTo>
                    <a:pt x="489889" y="298756"/>
                  </a:lnTo>
                  <a:lnTo>
                    <a:pt x="428924" y="317824"/>
                  </a:lnTo>
                  <a:lnTo>
                    <a:pt x="371012" y="338027"/>
                  </a:lnTo>
                  <a:lnTo>
                    <a:pt x="316389" y="358959"/>
                  </a:lnTo>
                  <a:lnTo>
                    <a:pt x="265290" y="380214"/>
                  </a:lnTo>
                  <a:lnTo>
                    <a:pt x="217951" y="401388"/>
                  </a:lnTo>
                  <a:lnTo>
                    <a:pt x="174608" y="422076"/>
                  </a:lnTo>
                  <a:lnTo>
                    <a:pt x="135496" y="441870"/>
                  </a:lnTo>
                  <a:lnTo>
                    <a:pt x="100852" y="460368"/>
                  </a:lnTo>
                  <a:lnTo>
                    <a:pt x="45908" y="491847"/>
                  </a:lnTo>
                  <a:lnTo>
                    <a:pt x="11662" y="513271"/>
                  </a:lnTo>
                  <a:lnTo>
                    <a:pt x="0" y="521397"/>
                  </a:lnTo>
                  <a:lnTo>
                    <a:pt x="879" y="522675"/>
                  </a:lnTo>
                  <a:lnTo>
                    <a:pt x="2617" y="523010"/>
                  </a:lnTo>
                  <a:lnTo>
                    <a:pt x="16076" y="514646"/>
                  </a:lnTo>
                  <a:lnTo>
                    <a:pt x="30286" y="506314"/>
                  </a:lnTo>
                  <a:lnTo>
                    <a:pt x="74424" y="482231"/>
                  </a:lnTo>
                  <a:lnTo>
                    <a:pt x="138775" y="450581"/>
                  </a:lnTo>
                  <a:lnTo>
                    <a:pt x="178248" y="432789"/>
                  </a:lnTo>
                  <a:lnTo>
                    <a:pt x="222438" y="414151"/>
                  </a:lnTo>
                  <a:lnTo>
                    <a:pt x="271232" y="395015"/>
                  </a:lnTo>
                  <a:lnTo>
                    <a:pt x="324518" y="375728"/>
                  </a:lnTo>
                  <a:lnTo>
                    <a:pt x="382184" y="356641"/>
                  </a:lnTo>
                  <a:lnTo>
                    <a:pt x="444117" y="338101"/>
                  </a:lnTo>
                  <a:lnTo>
                    <a:pt x="510205" y="320457"/>
                  </a:lnTo>
                  <a:lnTo>
                    <a:pt x="580337" y="304057"/>
                  </a:lnTo>
                  <a:lnTo>
                    <a:pt x="654399" y="289249"/>
                  </a:lnTo>
                  <a:lnTo>
                    <a:pt x="732281" y="276382"/>
                  </a:lnTo>
                  <a:lnTo>
                    <a:pt x="813868" y="265805"/>
                  </a:lnTo>
                  <a:lnTo>
                    <a:pt x="899051" y="257866"/>
                  </a:lnTo>
                  <a:lnTo>
                    <a:pt x="991483" y="251346"/>
                  </a:lnTo>
                  <a:lnTo>
                    <a:pt x="1066488" y="246686"/>
                  </a:lnTo>
                  <a:lnTo>
                    <a:pt x="1122355" y="243655"/>
                  </a:lnTo>
                  <a:lnTo>
                    <a:pt x="1171241" y="241594"/>
                  </a:lnTo>
                  <a:lnTo>
                    <a:pt x="1172498" y="240631"/>
                  </a:lnTo>
                  <a:lnTo>
                    <a:pt x="1134845" y="233772"/>
                  </a:lnTo>
                  <a:lnTo>
                    <a:pt x="1078170" y="230715"/>
                  </a:lnTo>
                  <a:lnTo>
                    <a:pt x="988315" y="229657"/>
                  </a:lnTo>
                  <a:lnTo>
                    <a:pt x="972075" y="227678"/>
                  </a:lnTo>
                  <a:lnTo>
                    <a:pt x="968043" y="184346"/>
                  </a:lnTo>
                  <a:lnTo>
                    <a:pt x="967855" y="145042"/>
                  </a:lnTo>
                  <a:lnTo>
                    <a:pt x="967855" y="21140"/>
                  </a:lnTo>
                  <a:lnTo>
                    <a:pt x="1022732" y="23845"/>
                  </a:lnTo>
                  <a:lnTo>
                    <a:pt x="1042135" y="46825"/>
                  </a:lnTo>
                  <a:lnTo>
                    <a:pt x="1042743" y="48354"/>
                  </a:lnTo>
                  <a:lnTo>
                    <a:pt x="1046983" y="48354"/>
                  </a:lnTo>
                  <a:lnTo>
                    <a:pt x="1047559" y="46511"/>
                  </a:lnTo>
                  <a:lnTo>
                    <a:pt x="1047884" y="43496"/>
                  </a:lnTo>
                  <a:lnTo>
                    <a:pt x="1048784" y="3884"/>
                  </a:lnTo>
                  <a:lnTo>
                    <a:pt x="1048481" y="2083"/>
                  </a:lnTo>
                  <a:lnTo>
                    <a:pt x="1045172" y="2083"/>
                  </a:lnTo>
                  <a:lnTo>
                    <a:pt x="1038209" y="3612"/>
                  </a:lnTo>
                  <a:lnTo>
                    <a:pt x="1027047" y="5151"/>
                  </a:lnTo>
                  <a:lnTo>
                    <a:pt x="890079" y="5042"/>
                  </a:lnTo>
                  <a:lnTo>
                    <a:pt x="874576" y="4246"/>
                  </a:lnTo>
                  <a:lnTo>
                    <a:pt x="860047" y="3026"/>
                  </a:lnTo>
                  <a:lnTo>
                    <a:pt x="857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" name="Google Shape;8;p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" y="0"/>
            <a:ext cx="12447917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7"/>
          <p:cNvSpPr txBox="1"/>
          <p:nvPr/>
        </p:nvSpPr>
        <p:spPr>
          <a:xfrm>
            <a:off x="3259138" y="247650"/>
            <a:ext cx="173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Course: </a:t>
            </a:r>
            <a:r>
              <a:rPr lang="en-DE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ECE 652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7"/>
          <p:cNvSpPr txBox="1"/>
          <p:nvPr/>
        </p:nvSpPr>
        <p:spPr>
          <a:xfrm>
            <a:off x="10861157" y="247650"/>
            <a:ext cx="9620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NJIT Online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7"/>
          <p:cNvGrpSpPr/>
          <p:nvPr/>
        </p:nvGrpSpPr>
        <p:grpSpPr>
          <a:xfrm>
            <a:off x="417513" y="247650"/>
            <a:ext cx="817562" cy="365125"/>
            <a:chOff x="680603" y="376946"/>
            <a:chExt cx="1172845" cy="524163"/>
          </a:xfrm>
        </p:grpSpPr>
        <p:pic>
          <p:nvPicPr>
            <p:cNvPr id="12" name="Google Shape;12;p7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686939" y="376946"/>
              <a:ext cx="241270" cy="2372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3;p7"/>
            <p:cNvSpPr/>
            <p:nvPr/>
          </p:nvSpPr>
          <p:spPr>
            <a:xfrm>
              <a:off x="1049898" y="382094"/>
              <a:ext cx="103505" cy="306705"/>
            </a:xfrm>
            <a:custGeom>
              <a:avLst/>
              <a:gdLst/>
              <a:ahLst/>
              <a:cxnLst/>
              <a:rect l="l" t="t" r="r" b="b"/>
              <a:pathLst>
                <a:path w="103505" h="306705" extrusionOk="0">
                  <a:moveTo>
                    <a:pt x="100845" y="0"/>
                  </a:moveTo>
                  <a:lnTo>
                    <a:pt x="87388" y="145"/>
                  </a:lnTo>
                  <a:lnTo>
                    <a:pt x="62814" y="931"/>
                  </a:lnTo>
                  <a:lnTo>
                    <a:pt x="37059" y="145"/>
                  </a:lnTo>
                  <a:lnTo>
                    <a:pt x="21077" y="0"/>
                  </a:lnTo>
                  <a:lnTo>
                    <a:pt x="18931" y="607"/>
                  </a:lnTo>
                  <a:lnTo>
                    <a:pt x="18931" y="4816"/>
                  </a:lnTo>
                  <a:lnTo>
                    <a:pt x="20774" y="5455"/>
                  </a:lnTo>
                  <a:lnTo>
                    <a:pt x="28292" y="5455"/>
                  </a:lnTo>
                  <a:lnTo>
                    <a:pt x="30595" y="5727"/>
                  </a:lnTo>
                  <a:lnTo>
                    <a:pt x="43014" y="8439"/>
                  </a:lnTo>
                  <a:lnTo>
                    <a:pt x="42585" y="13298"/>
                  </a:lnTo>
                  <a:lnTo>
                    <a:pt x="43537" y="31180"/>
                  </a:lnTo>
                  <a:lnTo>
                    <a:pt x="43714" y="41981"/>
                  </a:lnTo>
                  <a:lnTo>
                    <a:pt x="43789" y="87630"/>
                  </a:lnTo>
                  <a:lnTo>
                    <a:pt x="43789" y="174371"/>
                  </a:lnTo>
                  <a:lnTo>
                    <a:pt x="43477" y="213698"/>
                  </a:lnTo>
                  <a:lnTo>
                    <a:pt x="34353" y="268000"/>
                  </a:lnTo>
                  <a:lnTo>
                    <a:pt x="1507" y="301299"/>
                  </a:lnTo>
                  <a:lnTo>
                    <a:pt x="0" y="302493"/>
                  </a:lnTo>
                  <a:lnTo>
                    <a:pt x="0" y="305498"/>
                  </a:lnTo>
                  <a:lnTo>
                    <a:pt x="1193" y="306440"/>
                  </a:lnTo>
                  <a:lnTo>
                    <a:pt x="3905" y="306440"/>
                  </a:lnTo>
                  <a:lnTo>
                    <a:pt x="6334" y="305823"/>
                  </a:lnTo>
                  <a:lnTo>
                    <a:pt x="8460" y="304608"/>
                  </a:lnTo>
                  <a:lnTo>
                    <a:pt x="19643" y="299174"/>
                  </a:lnTo>
                  <a:lnTo>
                    <a:pt x="57716" y="268423"/>
                  </a:lnTo>
                  <a:lnTo>
                    <a:pt x="78582" y="226562"/>
                  </a:lnTo>
                  <a:lnTo>
                    <a:pt x="82165" y="186130"/>
                  </a:lnTo>
                  <a:lnTo>
                    <a:pt x="81243" y="143545"/>
                  </a:lnTo>
                  <a:lnTo>
                    <a:pt x="81252" y="59589"/>
                  </a:lnTo>
                  <a:lnTo>
                    <a:pt x="81495" y="31180"/>
                  </a:lnTo>
                  <a:lnTo>
                    <a:pt x="82447" y="12994"/>
                  </a:lnTo>
                  <a:lnTo>
                    <a:pt x="83452" y="7853"/>
                  </a:lnTo>
                  <a:lnTo>
                    <a:pt x="95222" y="5727"/>
                  </a:lnTo>
                  <a:lnTo>
                    <a:pt x="92981" y="5779"/>
                  </a:lnTo>
                  <a:lnTo>
                    <a:pt x="101148" y="5141"/>
                  </a:lnTo>
                  <a:lnTo>
                    <a:pt x="102949" y="4816"/>
                  </a:lnTo>
                  <a:lnTo>
                    <a:pt x="102949" y="607"/>
                  </a:lnTo>
                  <a:lnTo>
                    <a:pt x="1008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" name="Google Shape;14;p7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1300789" y="382094"/>
              <a:ext cx="87630" cy="2284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15;p7"/>
            <p:cNvSpPr/>
            <p:nvPr/>
          </p:nvSpPr>
          <p:spPr>
            <a:xfrm>
              <a:off x="680603" y="377869"/>
              <a:ext cx="1172845" cy="523240"/>
            </a:xfrm>
            <a:custGeom>
              <a:avLst/>
              <a:gdLst/>
              <a:ahLst/>
              <a:cxnLst/>
              <a:rect l="l" t="t" r="r" b="b"/>
              <a:pathLst>
                <a:path w="1172845" h="523240" extrusionOk="0">
                  <a:moveTo>
                    <a:pt x="857000" y="0"/>
                  </a:moveTo>
                  <a:lnTo>
                    <a:pt x="852780" y="0"/>
                  </a:lnTo>
                  <a:lnTo>
                    <a:pt x="851879" y="1811"/>
                  </a:lnTo>
                  <a:lnTo>
                    <a:pt x="847574" y="22189"/>
                  </a:lnTo>
                  <a:lnTo>
                    <a:pt x="845531" y="33342"/>
                  </a:lnTo>
                  <a:lnTo>
                    <a:pt x="844623" y="40490"/>
                  </a:lnTo>
                  <a:lnTo>
                    <a:pt x="844623" y="43789"/>
                  </a:lnTo>
                  <a:lnTo>
                    <a:pt x="845241" y="45328"/>
                  </a:lnTo>
                  <a:lnTo>
                    <a:pt x="849146" y="45328"/>
                  </a:lnTo>
                  <a:lnTo>
                    <a:pt x="850047" y="44092"/>
                  </a:lnTo>
                  <a:lnTo>
                    <a:pt x="851262" y="39244"/>
                  </a:lnTo>
                  <a:lnTo>
                    <a:pt x="852780" y="35611"/>
                  </a:lnTo>
                  <a:lnTo>
                    <a:pt x="930076" y="21140"/>
                  </a:lnTo>
                  <a:lnTo>
                    <a:pt x="930052" y="165597"/>
                  </a:lnTo>
                  <a:lnTo>
                    <a:pt x="928579" y="212956"/>
                  </a:lnTo>
                  <a:lnTo>
                    <a:pt x="915574" y="230872"/>
                  </a:lnTo>
                  <a:lnTo>
                    <a:pt x="906590" y="230872"/>
                  </a:lnTo>
                  <a:lnTo>
                    <a:pt x="832257" y="234620"/>
                  </a:lnTo>
                  <a:lnTo>
                    <a:pt x="759564" y="241935"/>
                  </a:lnTo>
                  <a:lnTo>
                    <a:pt x="688744" y="252412"/>
                  </a:lnTo>
                  <a:lnTo>
                    <a:pt x="620035" y="265644"/>
                  </a:lnTo>
                  <a:lnTo>
                    <a:pt x="553671" y="281227"/>
                  </a:lnTo>
                  <a:lnTo>
                    <a:pt x="489889" y="298756"/>
                  </a:lnTo>
                  <a:lnTo>
                    <a:pt x="428924" y="317824"/>
                  </a:lnTo>
                  <a:lnTo>
                    <a:pt x="371012" y="338027"/>
                  </a:lnTo>
                  <a:lnTo>
                    <a:pt x="316389" y="358959"/>
                  </a:lnTo>
                  <a:lnTo>
                    <a:pt x="265290" y="380214"/>
                  </a:lnTo>
                  <a:lnTo>
                    <a:pt x="217951" y="401388"/>
                  </a:lnTo>
                  <a:lnTo>
                    <a:pt x="174608" y="422076"/>
                  </a:lnTo>
                  <a:lnTo>
                    <a:pt x="135496" y="441870"/>
                  </a:lnTo>
                  <a:lnTo>
                    <a:pt x="100852" y="460368"/>
                  </a:lnTo>
                  <a:lnTo>
                    <a:pt x="45908" y="491847"/>
                  </a:lnTo>
                  <a:lnTo>
                    <a:pt x="11662" y="513271"/>
                  </a:lnTo>
                  <a:lnTo>
                    <a:pt x="0" y="521397"/>
                  </a:lnTo>
                  <a:lnTo>
                    <a:pt x="879" y="522675"/>
                  </a:lnTo>
                  <a:lnTo>
                    <a:pt x="2617" y="523010"/>
                  </a:lnTo>
                  <a:lnTo>
                    <a:pt x="16076" y="514646"/>
                  </a:lnTo>
                  <a:lnTo>
                    <a:pt x="30286" y="506314"/>
                  </a:lnTo>
                  <a:lnTo>
                    <a:pt x="74424" y="482231"/>
                  </a:lnTo>
                  <a:lnTo>
                    <a:pt x="138775" y="450581"/>
                  </a:lnTo>
                  <a:lnTo>
                    <a:pt x="178248" y="432789"/>
                  </a:lnTo>
                  <a:lnTo>
                    <a:pt x="222438" y="414151"/>
                  </a:lnTo>
                  <a:lnTo>
                    <a:pt x="271232" y="395015"/>
                  </a:lnTo>
                  <a:lnTo>
                    <a:pt x="324518" y="375728"/>
                  </a:lnTo>
                  <a:lnTo>
                    <a:pt x="382184" y="356641"/>
                  </a:lnTo>
                  <a:lnTo>
                    <a:pt x="444117" y="338101"/>
                  </a:lnTo>
                  <a:lnTo>
                    <a:pt x="510205" y="320457"/>
                  </a:lnTo>
                  <a:lnTo>
                    <a:pt x="580337" y="304057"/>
                  </a:lnTo>
                  <a:lnTo>
                    <a:pt x="654399" y="289249"/>
                  </a:lnTo>
                  <a:lnTo>
                    <a:pt x="732281" y="276382"/>
                  </a:lnTo>
                  <a:lnTo>
                    <a:pt x="813868" y="265805"/>
                  </a:lnTo>
                  <a:lnTo>
                    <a:pt x="899051" y="257866"/>
                  </a:lnTo>
                  <a:lnTo>
                    <a:pt x="991483" y="251346"/>
                  </a:lnTo>
                  <a:lnTo>
                    <a:pt x="1066488" y="246686"/>
                  </a:lnTo>
                  <a:lnTo>
                    <a:pt x="1122355" y="243655"/>
                  </a:lnTo>
                  <a:lnTo>
                    <a:pt x="1171241" y="241594"/>
                  </a:lnTo>
                  <a:lnTo>
                    <a:pt x="1172498" y="240631"/>
                  </a:lnTo>
                  <a:lnTo>
                    <a:pt x="1134845" y="233772"/>
                  </a:lnTo>
                  <a:lnTo>
                    <a:pt x="1078170" y="230715"/>
                  </a:lnTo>
                  <a:lnTo>
                    <a:pt x="988315" y="229657"/>
                  </a:lnTo>
                  <a:lnTo>
                    <a:pt x="972075" y="227678"/>
                  </a:lnTo>
                  <a:lnTo>
                    <a:pt x="968043" y="184346"/>
                  </a:lnTo>
                  <a:lnTo>
                    <a:pt x="967855" y="145042"/>
                  </a:lnTo>
                  <a:lnTo>
                    <a:pt x="967855" y="21140"/>
                  </a:lnTo>
                  <a:lnTo>
                    <a:pt x="1022732" y="23845"/>
                  </a:lnTo>
                  <a:lnTo>
                    <a:pt x="1042135" y="46825"/>
                  </a:lnTo>
                  <a:lnTo>
                    <a:pt x="1042743" y="48354"/>
                  </a:lnTo>
                  <a:lnTo>
                    <a:pt x="1046983" y="48354"/>
                  </a:lnTo>
                  <a:lnTo>
                    <a:pt x="1047559" y="46511"/>
                  </a:lnTo>
                  <a:lnTo>
                    <a:pt x="1047884" y="43496"/>
                  </a:lnTo>
                  <a:lnTo>
                    <a:pt x="1048784" y="3884"/>
                  </a:lnTo>
                  <a:lnTo>
                    <a:pt x="1048481" y="2083"/>
                  </a:lnTo>
                  <a:lnTo>
                    <a:pt x="1045172" y="2083"/>
                  </a:lnTo>
                  <a:lnTo>
                    <a:pt x="1038209" y="3612"/>
                  </a:lnTo>
                  <a:lnTo>
                    <a:pt x="1027047" y="5151"/>
                  </a:lnTo>
                  <a:lnTo>
                    <a:pt x="890079" y="5042"/>
                  </a:lnTo>
                  <a:lnTo>
                    <a:pt x="874576" y="4246"/>
                  </a:lnTo>
                  <a:lnTo>
                    <a:pt x="860047" y="3026"/>
                  </a:lnTo>
                  <a:lnTo>
                    <a:pt x="857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7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>
            <a:spLocks noGrp="1"/>
          </p:cNvSpPr>
          <p:nvPr>
            <p:ph type="ctrTitle" idx="4294967295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DE" dirty="0"/>
              <a:t>Module 03</a:t>
            </a:r>
            <a:endParaRPr dirty="0"/>
          </a:p>
        </p:txBody>
      </p:sp>
      <p:sp>
        <p:nvSpPr>
          <p:cNvPr id="65" name="Google Shape;65;p1"/>
          <p:cNvSpPr txBox="1"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</a:t>
            </a:r>
            <a:r>
              <a:rPr lang="en-D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 power transmission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332EE17F-BA92-2632-AAEB-9EF3147A1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E669F1FE-5125-BA91-B30D-1453B4D49641}"/>
              </a:ext>
            </a:extLst>
          </p:cNvPr>
          <p:cNvSpPr txBox="1"/>
          <p:nvPr/>
        </p:nvSpPr>
        <p:spPr>
          <a:xfrm>
            <a:off x="115900" y="984999"/>
            <a:ext cx="6806100" cy="78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DE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onverter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General converter representation with DC and AC voltage definition.">
            <a:extLst>
              <a:ext uri="{FF2B5EF4-FFF2-40B4-BE49-F238E27FC236}">
                <a16:creationId xmlns:a16="http://schemas.microsoft.com/office/drawing/2014/main" id="{6726CEB0-ED78-D2F6-2383-CF9E010F1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193042"/>
            <a:ext cx="2743200" cy="16230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0FB462-9163-C233-DF8D-9500471BC579}"/>
              </a:ext>
            </a:extLst>
          </p:cNvPr>
          <p:cNvSpPr txBox="1"/>
          <p:nvPr/>
        </p:nvSpPr>
        <p:spPr>
          <a:xfrm>
            <a:off x="4724401" y="2974782"/>
            <a:ext cx="2743199" cy="29454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DE" dirty="0"/>
              <a:t>Converter</a:t>
            </a:r>
            <a:endParaRPr lang="en-US" dirty="0" err="1"/>
          </a:p>
        </p:txBody>
      </p:sp>
      <p:pic>
        <p:nvPicPr>
          <p:cNvPr id="6" name="Picture 5" descr="Inverter representation showing power flow.">
            <a:extLst>
              <a:ext uri="{FF2B5EF4-FFF2-40B4-BE49-F238E27FC236}">
                <a16:creationId xmlns:a16="http://schemas.microsoft.com/office/drawing/2014/main" id="{A0A45D94-0CF9-64DD-A4AE-810357D55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3854" y="3917873"/>
            <a:ext cx="2011680" cy="2091690"/>
          </a:xfrm>
          <a:prstGeom prst="rect">
            <a:avLst/>
          </a:prstGeom>
        </p:spPr>
      </p:pic>
      <p:pic>
        <p:nvPicPr>
          <p:cNvPr id="7" name="Picture 6" descr="Rectifier representation showing power flow.">
            <a:extLst>
              <a:ext uri="{FF2B5EF4-FFF2-40B4-BE49-F238E27FC236}">
                <a16:creationId xmlns:a16="http://schemas.microsoft.com/office/drawing/2014/main" id="{336A3D0F-7E62-10C6-2600-63C308FF2F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2665" y="3917873"/>
            <a:ext cx="2011680" cy="20916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BA97F8-43A4-3063-C1E4-C0CD26CFC462}"/>
              </a:ext>
            </a:extLst>
          </p:cNvPr>
          <p:cNvSpPr txBox="1"/>
          <p:nvPr/>
        </p:nvSpPr>
        <p:spPr>
          <a:xfrm>
            <a:off x="2536581" y="6254282"/>
            <a:ext cx="1978953" cy="29454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DE" dirty="0"/>
              <a:t>Inverter</a:t>
            </a:r>
            <a:endParaRPr lang="en-US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FE75D-AC83-B410-AFA5-4BBDEF3E711E}"/>
              </a:ext>
            </a:extLst>
          </p:cNvPr>
          <p:cNvSpPr txBox="1"/>
          <p:nvPr/>
        </p:nvSpPr>
        <p:spPr>
          <a:xfrm>
            <a:off x="7062665" y="6254282"/>
            <a:ext cx="2011680" cy="29454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DE" dirty="0"/>
              <a:t>Rectifier</a:t>
            </a:r>
            <a:endParaRPr lang="en-US" dirty="0" err="1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96FCE4D2-A84B-E55D-0FE5-9896DF63626F}"/>
              </a:ext>
            </a:extLst>
          </p:cNvPr>
          <p:cNvSpPr/>
          <p:nvPr/>
        </p:nvSpPr>
        <p:spPr>
          <a:xfrm rot="3218027">
            <a:off x="3803378" y="3151185"/>
            <a:ext cx="122408" cy="791308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5270AB03-B0ED-63AD-011B-08CDC840E442}"/>
              </a:ext>
            </a:extLst>
          </p:cNvPr>
          <p:cNvSpPr/>
          <p:nvPr/>
        </p:nvSpPr>
        <p:spPr>
          <a:xfrm rot="18381973" flipH="1">
            <a:off x="7652412" y="3087987"/>
            <a:ext cx="122408" cy="791308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92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33AB896F-054E-47C2-3D59-8D191BB9D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CD8456AF-5F41-8B4B-4D1D-5DAB068C3EF0}"/>
              </a:ext>
            </a:extLst>
          </p:cNvPr>
          <p:cNvSpPr txBox="1"/>
          <p:nvPr/>
        </p:nvSpPr>
        <p:spPr>
          <a:xfrm>
            <a:off x="115900" y="984999"/>
            <a:ext cx="6806100" cy="991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DE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onverter</a:t>
            </a:r>
            <a:endParaRPr lang="en-DE"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Load Flow Definition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 descr="Inverter representation showing power flow and current definition.">
            <a:extLst>
              <a:ext uri="{FF2B5EF4-FFF2-40B4-BE49-F238E27FC236}">
                <a16:creationId xmlns:a16="http://schemas.microsoft.com/office/drawing/2014/main" id="{1BBE619E-3B41-138B-4E00-0343B84E8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508" y="2318528"/>
            <a:ext cx="2384670" cy="2479515"/>
          </a:xfrm>
          <a:prstGeom prst="rect">
            <a:avLst/>
          </a:prstGeom>
        </p:spPr>
      </p:pic>
      <p:sp>
        <p:nvSpPr>
          <p:cNvPr id="5" name="Copy">
            <a:extLst>
              <a:ext uri="{FF2B5EF4-FFF2-40B4-BE49-F238E27FC236}">
                <a16:creationId xmlns:a16="http://schemas.microsoft.com/office/drawing/2014/main" id="{228B091A-B993-1F1F-FA20-E5D15BF7975D}"/>
              </a:ext>
            </a:extLst>
          </p:cNvPr>
          <p:cNvSpPr txBox="1">
            <a:spLocks/>
          </p:cNvSpPr>
          <p:nvPr/>
        </p:nvSpPr>
        <p:spPr>
          <a:xfrm>
            <a:off x="4547494" y="1686258"/>
            <a:ext cx="7092583" cy="475297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Positive load is defined for Inverter Case (generator convention)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In USA a common used term is “Inverter Based Resources” (IBR)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IBR are not only HVDC systems but all kind of generators such as:</a:t>
            </a:r>
          </a:p>
          <a:p>
            <a:pPr marL="446088" lvl="4" indent="-177800">
              <a:buFont typeface="Courier New" panose="02070309020205020404" pitchFamily="49" charset="0"/>
              <a:buChar char="o"/>
            </a:pPr>
            <a:r>
              <a:rPr lang="en-DE" dirty="0"/>
              <a:t>Wind Turbine Generators (WTG)</a:t>
            </a:r>
          </a:p>
          <a:p>
            <a:pPr marL="446088" lvl="4" indent="-177800">
              <a:buFont typeface="Courier New" panose="02070309020205020404" pitchFamily="49" charset="0"/>
              <a:buChar char="o"/>
            </a:pPr>
            <a:r>
              <a:rPr lang="en-DE" dirty="0"/>
              <a:t>PV</a:t>
            </a:r>
          </a:p>
          <a:p>
            <a:pPr marL="446088" lvl="4" indent="-177800">
              <a:buFont typeface="Courier New" panose="02070309020205020404" pitchFamily="49" charset="0"/>
              <a:buChar char="o"/>
            </a:pPr>
            <a:r>
              <a:rPr lang="en-DE" dirty="0"/>
              <a:t>...</a:t>
            </a:r>
          </a:p>
          <a:p>
            <a:pPr marL="645750" lvl="3" indent="-285750">
              <a:buFont typeface="Arial" panose="020B0604020202020204" pitchFamily="34" charset="0"/>
              <a:buChar char="•"/>
            </a:pPr>
            <a:endParaRPr lang="en-D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An VSC-HVDC system can be an inverter and a rectifier depending on the power flow direction, in some applications the change of direction is necessary</a:t>
            </a:r>
          </a:p>
          <a:p>
            <a:pPr marL="360000" lvl="3"/>
            <a:endParaRPr lang="en-DE" dirty="0"/>
          </a:p>
          <a:p>
            <a:pPr lvl="1"/>
            <a:endParaRPr lang="en-DE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919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/>
        </p:nvSpPr>
        <p:spPr>
          <a:xfrm>
            <a:off x="115900" y="984999"/>
            <a:ext cx="6806100" cy="78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Converter Terminology</a:t>
            </a:r>
            <a:b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IEC 62747:2014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n image of a converter with terminology according to IEC 62747. ">
            <a:extLst>
              <a:ext uri="{FF2B5EF4-FFF2-40B4-BE49-F238E27FC236}">
                <a16:creationId xmlns:a16="http://schemas.microsoft.com/office/drawing/2014/main" id="{E318A59F-84D9-9C25-D1E5-5DAD65DF9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706" y="2005546"/>
            <a:ext cx="4262588" cy="31578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BA86AB65-841D-C20B-FA0A-4A0F767FE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737568DC-68EC-CA58-7E45-B01A79B5B6BC}"/>
              </a:ext>
            </a:extLst>
          </p:cNvPr>
          <p:cNvSpPr txBox="1"/>
          <p:nvPr/>
        </p:nvSpPr>
        <p:spPr>
          <a:xfrm>
            <a:off x="115900" y="984999"/>
            <a:ext cx="6806100" cy="78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 Load Flow</a:t>
            </a: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Definitions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py">
                <a:extLst>
                  <a:ext uri="{FF2B5EF4-FFF2-40B4-BE49-F238E27FC236}">
                    <a16:creationId xmlns:a16="http://schemas.microsoft.com/office/drawing/2014/main" id="{F401D0D3-8D25-5101-A7A4-A50617F7FC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91350" y="1266719"/>
                <a:ext cx="5061438" cy="4203351"/>
              </a:xfrm>
              <a:prstGeom prst="rect">
                <a:avLst/>
              </a:prstGeom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DE" dirty="0"/>
                  <a:t>DC equipment (incl. DC line) voltage is defined by the voltages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DE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DE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DE" b="0" i="1" smtClean="0">
                            <a:latin typeface="Cambria Math" panose="02040503050406030204" pitchFamily="18" charset="0"/>
                          </a:rPr>
                          <m:t>𝑝𝑒</m:t>
                        </m:r>
                        <m:r>
                          <a:rPr lang="en-DE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DE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DE" i="1" smtClean="0">
                            <a:latin typeface="Cambria Math" panose="02040503050406030204" pitchFamily="18" charset="0"/>
                          </a:rPr>
                          <m:t>𝑒𝑐</m:t>
                        </m:r>
                      </m:sub>
                    </m:sSub>
                  </m:oMath>
                </a14:m>
                <a:r>
                  <a:rPr lang="en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DE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DE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DE" b="0" i="1" smtClean="0">
                            <a:latin typeface="Cambria Math" panose="02040503050406030204" pitchFamily="18" charset="0"/>
                          </a:rPr>
                          <m:t>𝑝𝑒</m:t>
                        </m:r>
                        <m:r>
                          <a:rPr lang="en-DE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DE" b="0" i="1" smtClean="0">
                            <a:latin typeface="Cambria Math" panose="02040503050406030204" pitchFamily="18" charset="0"/>
                          </a:rPr>
                          <m:t>𝑖𝑛𝑣</m:t>
                        </m:r>
                      </m:sub>
                    </m:sSub>
                  </m:oMath>
                </a14:m>
                <a:endParaRPr lang="en-DE" dirty="0"/>
              </a:p>
              <a:p>
                <a:pPr marL="465750" lvl="2" indent="-285750">
                  <a:buFont typeface="Arial" panose="020B0604020202020204" pitchFamily="34" charset="0"/>
                  <a:buChar char="•"/>
                </a:pPr>
                <a:endParaRPr lang="en-DE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DE" dirty="0"/>
                  <a:t>Converter sizing is defined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DE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DE" b="0" i="1" smtClean="0">
                            <a:latin typeface="Cambria Math" panose="02040503050406030204" pitchFamily="18" charset="0"/>
                          </a:rPr>
                          <m:t>𝑑𝑝𝑝</m:t>
                        </m:r>
                        <m:r>
                          <a:rPr lang="en-DE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DE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DE" i="1" smtClean="0">
                            <a:latin typeface="Cambria Math" panose="02040503050406030204" pitchFamily="18" charset="0"/>
                          </a:rPr>
                          <m:t>𝑒𝑐</m:t>
                        </m:r>
                      </m:sub>
                    </m:sSub>
                  </m:oMath>
                </a14:m>
                <a:endParaRPr lang="en-DE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DE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DE" dirty="0"/>
                  <a:t>HVDC systems have bid</a:t>
                </a:r>
                <a:r>
                  <a:rPr lang="en-US" dirty="0"/>
                  <a:t>i</a:t>
                </a:r>
                <a:r>
                  <a:rPr lang="en-DE" dirty="0" err="1"/>
                  <a:t>rectional</a:t>
                </a:r>
                <a:r>
                  <a:rPr lang="en-DE" dirty="0"/>
                  <a:t> transmission capability, which means that every individual converter can be either rectifier or inverter</a:t>
                </a:r>
              </a:p>
              <a:p>
                <a:pPr lvl="1"/>
                <a:endParaRPr lang="en-DE" b="1" dirty="0"/>
              </a:p>
              <a:p>
                <a:pPr lvl="1"/>
                <a:endParaRPr lang="en-DE" b="1" dirty="0"/>
              </a:p>
              <a:p>
                <a:pPr lvl="1"/>
                <a:endParaRPr lang="en-US" dirty="0"/>
              </a:p>
              <a:p>
                <a:pPr marL="360000" lvl="3"/>
                <a:endParaRPr lang="en-DE" dirty="0"/>
              </a:p>
              <a:p>
                <a:pPr lvl="1"/>
                <a:endParaRPr lang="en-DE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5" name="Copy">
                <a:extLst>
                  <a:ext uri="{FF2B5EF4-FFF2-40B4-BE49-F238E27FC236}">
                    <a16:creationId xmlns:a16="http://schemas.microsoft.com/office/drawing/2014/main" id="{F401D0D3-8D25-5101-A7A4-A50617F7F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1350" y="1266719"/>
                <a:ext cx="5061438" cy="4203351"/>
              </a:xfrm>
              <a:prstGeom prst="rect">
                <a:avLst/>
              </a:prstGeom>
              <a:blipFill>
                <a:blip r:embed="rId3"/>
                <a:stretch>
                  <a:fillRect l="-241" t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40D4C4C-25D4-F3D8-E1B6-39808C58CB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000" y="1603450"/>
            <a:ext cx="5494752" cy="22918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F6A12A-BE91-1685-9EAB-C3D08FDFF0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000" y="4275083"/>
            <a:ext cx="5494753" cy="229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55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22E6FD2A-AB56-E8C8-3DAD-3CC345462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00DF3DF1-E3D9-3DBB-4125-D23D3D2DFA7C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Monopole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py">
                <a:extLst>
                  <a:ext uri="{FF2B5EF4-FFF2-40B4-BE49-F238E27FC236}">
                    <a16:creationId xmlns:a16="http://schemas.microsoft.com/office/drawing/2014/main" id="{8B0A175D-BD4E-5FE9-6D43-A4AD271D93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19312" y="1522300"/>
                <a:ext cx="5956788" cy="4203351"/>
              </a:xfrm>
              <a:prstGeom prst="rect">
                <a:avLst/>
              </a:prstGeom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DE" dirty="0"/>
                  <a:t>DC Definitions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DE" i="1" smtClean="0">
                              <a:latin typeface="Cambria Math" panose="02040503050406030204" pitchFamily="18" charset="0"/>
                            </a:rPr>
                            <m:t>𝐷𝐶</m:t>
                          </m:r>
                          <m:r>
                            <a:rPr lang="en-DE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DE" i="1" smtClean="0">
                              <a:latin typeface="Cambria Math" panose="02040503050406030204" pitchFamily="18" charset="0"/>
                            </a:rPr>
                            <m:t>𝑅𝑒𝑐</m:t>
                          </m:r>
                        </m:sub>
                      </m:sSub>
                      <m:r>
                        <a:rPr lang="en-DE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DE" i="1" smtClean="0">
                              <a:latin typeface="Cambria Math" panose="02040503050406030204" pitchFamily="18" charset="0"/>
                            </a:rPr>
                            <m:t>𝑑𝐻𝑃</m:t>
                          </m:r>
                          <m:r>
                            <a:rPr lang="en-DE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DE" i="1" smtClean="0">
                              <a:latin typeface="Cambria Math" panose="02040503050406030204" pitchFamily="18" charset="0"/>
                            </a:rPr>
                            <m:t>𝑅𝑒𝑐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  <a:p>
                <a:pPr lvl="1"/>
                <a:endParaRPr lang="en-DE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DE" i="1" smtClean="0">
                              <a:latin typeface="Cambria Math" panose="02040503050406030204" pitchFamily="18" charset="0"/>
                            </a:rPr>
                            <m:t>𝐷𝐶</m:t>
                          </m:r>
                        </m:sub>
                      </m:sSub>
                      <m:r>
                        <a:rPr lang="en-DE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𝐷𝐶</m:t>
                              </m:r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𝑅𝑒𝑐</m:t>
                              </m:r>
                            </m:sub>
                          </m:sSub>
                          <m:r>
                            <a:rPr lang="en-DE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𝐷𝐶</m:t>
                              </m:r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𝐼𝑛𝑣</m:t>
                              </m:r>
                            </m:sub>
                          </m:sSub>
                        </m:num>
                        <m:den>
                          <m:r>
                            <a:rPr lang="en-DE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DE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DE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DE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𝐷𝐶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DE" dirty="0"/>
              </a:p>
              <a:p>
                <a:pPr lvl="1"/>
                <a:endParaRPr lang="en-DE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DE" i="1">
                              <a:latin typeface="Cambria Math" panose="02040503050406030204" pitchFamily="18" charset="0"/>
                            </a:rPr>
                            <m:t>𝑑𝐻</m:t>
                          </m:r>
                          <m:r>
                            <a:rPr lang="en-DE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DE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DE" i="1" smtClean="0">
                              <a:latin typeface="Cambria Math" panose="02040503050406030204" pitchFamily="18" charset="0"/>
                            </a:rPr>
                            <m:t>𝐼𝑛𝑣</m:t>
                          </m:r>
                        </m:sub>
                      </m:sSub>
                      <m:r>
                        <a:rPr lang="en-DE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DE" i="1">
                              <a:latin typeface="Cambria Math" panose="02040503050406030204" pitchFamily="18" charset="0"/>
                            </a:rPr>
                            <m:t>𝐷𝐶</m:t>
                          </m:r>
                        </m:sub>
                      </m:sSub>
                      <m:r>
                        <a:rPr lang="en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𝐷𝐶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  <a:p>
                <a:pPr marL="180000" lvl="2"/>
                <a:endParaRPr lang="en-DE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DE" dirty="0"/>
                  <a:t>Max. voltage created by converter: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DE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DE" i="1" smtClean="0">
                            <a:latin typeface="Cambria Math" panose="02040503050406030204" pitchFamily="18" charset="0"/>
                          </a:rPr>
                          <m:t>𝐷𝐶</m:t>
                        </m:r>
                        <m:r>
                          <a:rPr lang="en-DE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DE" i="1" smtClean="0">
                            <a:latin typeface="Cambria Math" panose="02040503050406030204" pitchFamily="18" charset="0"/>
                          </a:rPr>
                          <m:t>𝑅𝑒𝑐</m:t>
                        </m:r>
                      </m:sub>
                    </m:sSub>
                  </m:oMath>
                </a14:m>
                <a:endParaRPr lang="en-DE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DE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DE" dirty="0"/>
                  <a:t>Max. equipment voltage: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DE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DE" i="1" smtClean="0">
                            <a:latin typeface="Cambria Math" panose="02040503050406030204" pitchFamily="18" charset="0"/>
                          </a:rPr>
                          <m:t>𝐷𝐶</m:t>
                        </m:r>
                        <m:r>
                          <a:rPr lang="en-DE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DE" i="1" smtClean="0">
                            <a:latin typeface="Cambria Math" panose="02040503050406030204" pitchFamily="18" charset="0"/>
                          </a:rPr>
                          <m:t>𝑅𝑒𝑐</m:t>
                        </m:r>
                      </m:sub>
                    </m:sSub>
                  </m:oMath>
                </a14:m>
                <a:endParaRPr lang="en-DE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DE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DE" dirty="0">
                    <a:solidFill>
                      <a:srgbClr val="FF0000"/>
                    </a:solidFill>
                  </a:rPr>
                  <a:t>DC cables have different voltage rating</a:t>
                </a:r>
                <a:endParaRPr lang="en-DE" dirty="0"/>
              </a:p>
              <a:p>
                <a:pPr lvl="1"/>
                <a:endParaRPr lang="en-DE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py">
                <a:extLst>
                  <a:ext uri="{FF2B5EF4-FFF2-40B4-BE49-F238E27FC236}">
                    <a16:creationId xmlns:a16="http://schemas.microsoft.com/office/drawing/2014/main" id="{8B0A175D-BD4E-5FE9-6D43-A4AD271D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312" y="1522300"/>
                <a:ext cx="5956788" cy="4203351"/>
              </a:xfrm>
              <a:prstGeom prst="rect">
                <a:avLst/>
              </a:prstGeom>
              <a:blipFill>
                <a:blip r:embed="rId3"/>
                <a:stretch>
                  <a:fillRect l="-205" t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Monopole representation with HV- and DMR-Conductor">
            <a:extLst>
              <a:ext uri="{FF2B5EF4-FFF2-40B4-BE49-F238E27FC236}">
                <a16:creationId xmlns:a16="http://schemas.microsoft.com/office/drawing/2014/main" id="{912CE793-D001-9DA8-6797-C3522B717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03" y="1767515"/>
            <a:ext cx="4956032" cy="1414799"/>
          </a:xfrm>
          <a:prstGeom prst="rect">
            <a:avLst/>
          </a:prstGeom>
        </p:spPr>
      </p:pic>
      <p:pic>
        <p:nvPicPr>
          <p:cNvPr id="4" name="Picture 3" descr="Monopole representation with voltage and current definition.">
            <a:extLst>
              <a:ext uri="{FF2B5EF4-FFF2-40B4-BE49-F238E27FC236}">
                <a16:creationId xmlns:a16="http://schemas.microsoft.com/office/drawing/2014/main" id="{FF5D670F-873C-B673-1015-6727693ECB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502" y="4110031"/>
            <a:ext cx="4958153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829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BB3AF12E-B3BF-7E8A-D86D-1FB1F7B1D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03BAC716-DEC3-F2D5-7B4D-D08D4D704221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Monopole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Monopole representation with voltage and current definition with negative HV-conductor.">
            <a:extLst>
              <a:ext uri="{FF2B5EF4-FFF2-40B4-BE49-F238E27FC236}">
                <a16:creationId xmlns:a16="http://schemas.microsoft.com/office/drawing/2014/main" id="{0DCEFA33-8CBF-8C2A-271A-6373C9A6D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75" y="4069161"/>
            <a:ext cx="4958153" cy="2068016"/>
          </a:xfrm>
          <a:prstGeom prst="rect">
            <a:avLst/>
          </a:prstGeom>
        </p:spPr>
      </p:pic>
      <p:pic>
        <p:nvPicPr>
          <p:cNvPr id="5" name="Picture 4" descr="Monopole representation with voltage and current definition with positive HV-conductor.">
            <a:extLst>
              <a:ext uri="{FF2B5EF4-FFF2-40B4-BE49-F238E27FC236}">
                <a16:creationId xmlns:a16="http://schemas.microsoft.com/office/drawing/2014/main" id="{0B3ED4D9-37D0-701D-AEE0-8C2D9D4E2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74" y="1649986"/>
            <a:ext cx="4958153" cy="2068016"/>
          </a:xfrm>
          <a:prstGeom prst="rect">
            <a:avLst/>
          </a:prstGeom>
        </p:spPr>
      </p:pic>
      <p:sp>
        <p:nvSpPr>
          <p:cNvPr id="7" name="Copy">
            <a:extLst>
              <a:ext uri="{FF2B5EF4-FFF2-40B4-BE49-F238E27FC236}">
                <a16:creationId xmlns:a16="http://schemas.microsoft.com/office/drawing/2014/main" id="{7E79C6BB-E302-CEC7-6B05-174BA007A3EE}"/>
              </a:ext>
            </a:extLst>
          </p:cNvPr>
          <p:cNvSpPr txBox="1">
            <a:spLocks/>
          </p:cNvSpPr>
          <p:nvPr/>
        </p:nvSpPr>
        <p:spPr>
          <a:xfrm>
            <a:off x="5997616" y="1522300"/>
            <a:ext cx="6141845" cy="420335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/>
            <a:r>
              <a:rPr lang="en-DE"/>
              <a:t>Extending power transmission of the system</a:t>
            </a:r>
          </a:p>
          <a:p>
            <a:pPr marL="449263" lvl="2" indent="-269875">
              <a:buFont typeface="Wingdings" panose="05000000000000000000" pitchFamily="2" charset="2"/>
              <a:buChar char="Ø"/>
            </a:pPr>
            <a:r>
              <a:rPr lang="en-DE"/>
              <a:t>Higher DC voltage</a:t>
            </a:r>
            <a:endParaRPr lang="en-DE">
              <a:sym typeface="Wingdings" panose="05000000000000000000" pitchFamily="2" charset="2"/>
            </a:endParaRPr>
          </a:p>
          <a:p>
            <a:pPr marL="645138" lvl="3" indent="-285750">
              <a:buFont typeface="Courier New" panose="02070309020205020404" pitchFamily="49" charset="0"/>
              <a:buChar char="o"/>
            </a:pPr>
            <a:r>
              <a:rPr lang="en-DE">
                <a:solidFill>
                  <a:srgbClr val="FF0000"/>
                </a:solidFill>
                <a:sym typeface="Wingdings" panose="05000000000000000000" pitchFamily="2" charset="2"/>
              </a:rPr>
              <a:t>Limited equipment availability</a:t>
            </a:r>
          </a:p>
          <a:p>
            <a:pPr marL="645138" lvl="3" indent="-285750">
              <a:buFont typeface="Courier New" panose="02070309020205020404" pitchFamily="49" charset="0"/>
              <a:buChar char="o"/>
            </a:pPr>
            <a:r>
              <a:rPr lang="en-DE">
                <a:solidFill>
                  <a:srgbClr val="FF0000"/>
                </a:solidFill>
                <a:sym typeface="Wingdings" panose="05000000000000000000" pitchFamily="2" charset="2"/>
              </a:rPr>
              <a:t>Reliability</a:t>
            </a:r>
          </a:p>
          <a:p>
            <a:pPr marL="645138" lvl="3" indent="-285750">
              <a:buFont typeface="Courier New" panose="02070309020205020404" pitchFamily="49" charset="0"/>
              <a:buChar char="o"/>
            </a:pPr>
            <a:endParaRPr lang="en-DE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449263" lvl="2" indent="-269875">
              <a:buFont typeface="Wingdings" panose="05000000000000000000" pitchFamily="2" charset="2"/>
              <a:buChar char="Ø"/>
            </a:pPr>
            <a:r>
              <a:rPr lang="en-DE"/>
              <a:t>Higher DC current</a:t>
            </a:r>
          </a:p>
          <a:p>
            <a:pPr marL="645138" lvl="3" indent="-285750">
              <a:buFont typeface="Courier New" panose="02070309020205020404" pitchFamily="49" charset="0"/>
              <a:buChar char="o"/>
            </a:pPr>
            <a:r>
              <a:rPr lang="en-DE">
                <a:solidFill>
                  <a:srgbClr val="FF0000"/>
                </a:solidFill>
                <a:sym typeface="Wingdings" panose="05000000000000000000" pitchFamily="2" charset="2"/>
              </a:rPr>
              <a:t>Higher DC transmission line costs</a:t>
            </a:r>
          </a:p>
          <a:p>
            <a:pPr marL="645138" lvl="3" indent="-285750">
              <a:buFont typeface="Courier New" panose="02070309020205020404" pitchFamily="49" charset="0"/>
              <a:buChar char="o"/>
            </a:pPr>
            <a:r>
              <a:rPr lang="en-DE">
                <a:solidFill>
                  <a:srgbClr val="FF0000"/>
                </a:solidFill>
                <a:sym typeface="Wingdings" panose="05000000000000000000" pitchFamily="2" charset="2"/>
              </a:rPr>
              <a:t>Reliability</a:t>
            </a:r>
          </a:p>
          <a:p>
            <a:pPr marL="645138" lvl="3" indent="-285750">
              <a:buFont typeface="Courier New" panose="02070309020205020404" pitchFamily="49" charset="0"/>
              <a:buChar char="o"/>
            </a:pPr>
            <a:endParaRPr lang="en-DE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449263" lvl="2" indent="-269875">
              <a:buFont typeface="Wingdings" panose="05000000000000000000" pitchFamily="2" charset="2"/>
              <a:buChar char="Ø"/>
            </a:pPr>
            <a:r>
              <a:rPr lang="en-DE">
                <a:sym typeface="Wingdings" panose="05000000000000000000" pitchFamily="2" charset="2"/>
              </a:rPr>
              <a:t>Installing additional monopole</a:t>
            </a:r>
          </a:p>
          <a:p>
            <a:pPr marL="645138" lvl="3" indent="-285750">
              <a:buFont typeface="Courier New" panose="02070309020205020404" pitchFamily="49" charset="0"/>
              <a:buChar char="o"/>
            </a:pPr>
            <a:r>
              <a:rPr lang="en-DE">
                <a:solidFill>
                  <a:srgbClr val="FF0000"/>
                </a:solidFill>
                <a:sym typeface="Wingdings" panose="05000000000000000000" pitchFamily="2" charset="2"/>
              </a:rPr>
              <a:t>Additional converter equipment</a:t>
            </a:r>
          </a:p>
          <a:p>
            <a:pPr marL="645138" lvl="3" indent="-285750">
              <a:buFont typeface="Courier New" panose="02070309020205020404" pitchFamily="49" charset="0"/>
              <a:buChar char="o"/>
            </a:pPr>
            <a:r>
              <a:rPr lang="en-DE" b="1">
                <a:solidFill>
                  <a:srgbClr val="FF0000"/>
                </a:solidFill>
                <a:sym typeface="Wingdings" panose="05000000000000000000" pitchFamily="2" charset="2"/>
              </a:rPr>
              <a:t>4 DC conductors</a:t>
            </a:r>
          </a:p>
          <a:p>
            <a:pPr marL="645138" lvl="3" indent="-285750">
              <a:buFont typeface="Courier New" panose="02070309020205020404" pitchFamily="49" charset="0"/>
              <a:buChar char="o"/>
            </a:pPr>
            <a:r>
              <a:rPr lang="en-DE">
                <a:solidFill>
                  <a:srgbClr val="009B55"/>
                </a:solidFill>
                <a:sym typeface="Wingdings" panose="05000000000000000000" pitchFamily="2" charset="2"/>
              </a:rPr>
              <a:t>Reliability</a:t>
            </a:r>
            <a:endParaRPr lang="en-DE">
              <a:solidFill>
                <a:srgbClr val="009B55"/>
              </a:solidFill>
            </a:endParaRPr>
          </a:p>
          <a:p>
            <a:pPr marL="180000" lvl="2"/>
            <a:endParaRPr lang="en-DE"/>
          </a:p>
          <a:p>
            <a:pPr lvl="1"/>
            <a:endParaRPr lang="en-DE"/>
          </a:p>
          <a:p>
            <a:pPr lvl="1"/>
            <a:endParaRPr lang="en-DE"/>
          </a:p>
          <a:p>
            <a:pPr lvl="1"/>
            <a:endParaRPr lang="en-DE" b="1"/>
          </a:p>
          <a:p>
            <a:pPr lvl="1"/>
            <a:endParaRPr lang="en-US"/>
          </a:p>
          <a:p>
            <a:pPr marL="360000" lvl="3"/>
            <a:endParaRPr lang="en-DE"/>
          </a:p>
          <a:p>
            <a:pPr lvl="1"/>
            <a:endParaRPr lang="en-DE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018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630C026B-1EF7-912B-91D5-42FBC51C6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D9DA2FEE-0AE8-B6E0-C853-45609939C09F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Monopole </a:t>
            </a: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Bipole (BIP)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A06C0D5-A013-CF59-7D60-3F7576922D70}"/>
              </a:ext>
            </a:extLst>
          </p:cNvPr>
          <p:cNvSpPr/>
          <p:nvPr/>
        </p:nvSpPr>
        <p:spPr>
          <a:xfrm>
            <a:off x="5696611" y="3742461"/>
            <a:ext cx="802888" cy="156117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5B75FA-BBD5-E251-FBA6-8AEC7CF253D0}"/>
              </a:ext>
            </a:extLst>
          </p:cNvPr>
          <p:cNvSpPr txBox="1"/>
          <p:nvPr/>
        </p:nvSpPr>
        <p:spPr>
          <a:xfrm>
            <a:off x="6761317" y="5631102"/>
            <a:ext cx="4982844" cy="35237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DE" b="1" dirty="0"/>
              <a:t>Bipole</a:t>
            </a:r>
            <a:endParaRPr lang="en-US" b="1" dirty="0" err="1"/>
          </a:p>
        </p:txBody>
      </p:sp>
      <p:pic>
        <p:nvPicPr>
          <p:cNvPr id="9" name="Picture 8" descr="Monopole representation with voltage and current definition with negative HV-conductor.">
            <a:extLst>
              <a:ext uri="{FF2B5EF4-FFF2-40B4-BE49-F238E27FC236}">
                <a16:creationId xmlns:a16="http://schemas.microsoft.com/office/drawing/2014/main" id="{8F5F36CC-EB05-02FA-13B0-E07A77EAE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23" y="4145597"/>
            <a:ext cx="4958153" cy="2068016"/>
          </a:xfrm>
          <a:prstGeom prst="rect">
            <a:avLst/>
          </a:prstGeom>
        </p:spPr>
      </p:pic>
      <p:pic>
        <p:nvPicPr>
          <p:cNvPr id="10" name="Picture 9" descr="Monopole representation with voltage and current definition with positive HV-conductor.">
            <a:extLst>
              <a:ext uri="{FF2B5EF4-FFF2-40B4-BE49-F238E27FC236}">
                <a16:creationId xmlns:a16="http://schemas.microsoft.com/office/drawing/2014/main" id="{5A3568B0-0225-8D83-E0A4-A94FB7167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22" y="1726422"/>
            <a:ext cx="4958153" cy="206801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013E2A5-E2CF-1F04-F8F6-88BA974822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1317" y="2293933"/>
            <a:ext cx="4982845" cy="320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552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E52E824D-665D-1CEF-FEBD-74711D989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49CA6F0D-6457-3B1E-A8EA-0A5D82B83E74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Bipole (BIP)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Bipole single line diagram with conductor definition.">
            <a:extLst>
              <a:ext uri="{FF2B5EF4-FFF2-40B4-BE49-F238E27FC236}">
                <a16:creationId xmlns:a16="http://schemas.microsoft.com/office/drawing/2014/main" id="{4BDD5DC5-F0B4-CA69-0679-C808F13DF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56" y="2423162"/>
            <a:ext cx="4720590" cy="2400300"/>
          </a:xfrm>
          <a:prstGeom prst="rect">
            <a:avLst/>
          </a:prstGeom>
        </p:spPr>
      </p:pic>
      <p:sp>
        <p:nvSpPr>
          <p:cNvPr id="4" name="Copy">
            <a:extLst>
              <a:ext uri="{FF2B5EF4-FFF2-40B4-BE49-F238E27FC236}">
                <a16:creationId xmlns:a16="http://schemas.microsoft.com/office/drawing/2014/main" id="{3C018D27-5B7B-72A7-F7B9-4AF7ED261C0F}"/>
              </a:ext>
            </a:extLst>
          </p:cNvPr>
          <p:cNvSpPr txBox="1">
            <a:spLocks/>
          </p:cNvSpPr>
          <p:nvPr/>
        </p:nvSpPr>
        <p:spPr>
          <a:xfrm>
            <a:off x="6119312" y="1522300"/>
            <a:ext cx="5956788" cy="420335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3 conductors with 2 different types</a:t>
            </a:r>
          </a:p>
          <a:p>
            <a:pPr marL="180000" lvl="2"/>
            <a:endParaRPr lang="en-D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Bipole consists of two-poles which can transmit the power </a:t>
            </a:r>
            <a:r>
              <a:rPr lang="en-DE" dirty="0" err="1"/>
              <a:t>indepe</a:t>
            </a:r>
            <a:r>
              <a:rPr lang="en-US" dirty="0"/>
              <a:t>n</a:t>
            </a:r>
            <a:r>
              <a:rPr lang="en-DE" dirty="0" err="1"/>
              <a:t>dently</a:t>
            </a:r>
            <a:endParaRPr lang="en-D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In case of a fault in one pole, the other pole can still transmit power providing redundancy in power transmission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In case of symmetrical operation (both poles transmit the same power), no current is flowing through the DMR</a:t>
            </a:r>
          </a:p>
          <a:p>
            <a:pPr lvl="1"/>
            <a:endParaRPr lang="en-DE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694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ABAB7A74-816F-C50E-986D-07EC55E7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BD34A58D-BE54-A6A0-6039-5D9AECE05751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BIP operation modes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Bipole single line diagram with current flow in HV conductors only.">
            <a:extLst>
              <a:ext uri="{FF2B5EF4-FFF2-40B4-BE49-F238E27FC236}">
                <a16:creationId xmlns:a16="http://schemas.microsoft.com/office/drawing/2014/main" id="{42DE368B-2B72-9F15-A030-79B17C89A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965" y="1674688"/>
            <a:ext cx="3588365" cy="1476307"/>
          </a:xfrm>
          <a:prstGeom prst="rect">
            <a:avLst/>
          </a:prstGeom>
        </p:spPr>
      </p:pic>
      <p:pic>
        <p:nvPicPr>
          <p:cNvPr id="5" name="Picture 4" descr="Bipole single line diagram with monopolar current flow.">
            <a:extLst>
              <a:ext uri="{FF2B5EF4-FFF2-40B4-BE49-F238E27FC236}">
                <a16:creationId xmlns:a16="http://schemas.microsoft.com/office/drawing/2014/main" id="{4893D8D6-18FB-34D9-34E6-1A30067D4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294" y="1674687"/>
            <a:ext cx="3588365" cy="1476307"/>
          </a:xfrm>
          <a:prstGeom prst="rect">
            <a:avLst/>
          </a:prstGeom>
        </p:spPr>
      </p:pic>
      <p:pic>
        <p:nvPicPr>
          <p:cNvPr id="6" name="Picture 5" descr="Bipole single line diagram with current flow in HV conductor and DMR during unbalanced operation.">
            <a:extLst>
              <a:ext uri="{FF2B5EF4-FFF2-40B4-BE49-F238E27FC236}">
                <a16:creationId xmlns:a16="http://schemas.microsoft.com/office/drawing/2014/main" id="{7F29E551-9873-588E-F614-78E43DAA3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7316" y="1674690"/>
            <a:ext cx="3626765" cy="1476307"/>
          </a:xfrm>
          <a:prstGeom prst="rect">
            <a:avLst/>
          </a:prstGeom>
        </p:spPr>
      </p:pic>
      <p:sp>
        <p:nvSpPr>
          <p:cNvPr id="7" name="Copy">
            <a:extLst>
              <a:ext uri="{FF2B5EF4-FFF2-40B4-BE49-F238E27FC236}">
                <a16:creationId xmlns:a16="http://schemas.microsoft.com/office/drawing/2014/main" id="{8988B4D9-9E9D-68CA-64B5-51CFF59FC022}"/>
              </a:ext>
            </a:extLst>
          </p:cNvPr>
          <p:cNvSpPr txBox="1">
            <a:spLocks/>
          </p:cNvSpPr>
          <p:nvPr/>
        </p:nvSpPr>
        <p:spPr>
          <a:xfrm>
            <a:off x="425965" y="3585236"/>
            <a:ext cx="3588365" cy="309356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buFont typeface="Arial" panose="020B0604020202020204" pitchFamily="34" charset="0"/>
              <a:buChar char="•"/>
              <a:defRPr/>
            </a:lvl2pPr>
            <a:lvl3pPr marL="180000">
              <a:defRPr/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DE" dirty="0"/>
              <a:t>Bipolar operation – Balanced mode</a:t>
            </a:r>
          </a:p>
          <a:p>
            <a:pPr lvl="1"/>
            <a:endParaRPr lang="en-DE" dirty="0"/>
          </a:p>
          <a:p>
            <a:pPr lvl="1"/>
            <a:r>
              <a:rPr lang="en-DE" dirty="0"/>
              <a:t>Poles are running with at the same power</a:t>
            </a:r>
          </a:p>
          <a:p>
            <a:pPr lvl="1"/>
            <a:endParaRPr lang="en-DE" dirty="0"/>
          </a:p>
          <a:p>
            <a:pPr lvl="1"/>
            <a:r>
              <a:rPr lang="en-DE" dirty="0"/>
              <a:t>No current is running through the DMR</a:t>
            </a:r>
            <a:endParaRPr lang="en-US" dirty="0"/>
          </a:p>
          <a:p>
            <a:pPr lvl="1"/>
            <a:endParaRPr lang="en-DE" dirty="0"/>
          </a:p>
          <a:p>
            <a:pPr lvl="1"/>
            <a:r>
              <a:rPr lang="en-DE" dirty="0"/>
              <a:t>Losses optimized operation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Copy">
            <a:extLst>
              <a:ext uri="{FF2B5EF4-FFF2-40B4-BE49-F238E27FC236}">
                <a16:creationId xmlns:a16="http://schemas.microsoft.com/office/drawing/2014/main" id="{E04AA964-7F65-18EB-EC3D-B26B2F411B3A}"/>
              </a:ext>
            </a:extLst>
          </p:cNvPr>
          <p:cNvSpPr txBox="1">
            <a:spLocks/>
          </p:cNvSpPr>
          <p:nvPr/>
        </p:nvSpPr>
        <p:spPr>
          <a:xfrm>
            <a:off x="4440295" y="3585235"/>
            <a:ext cx="3539924" cy="309356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defTabSz="914400" eaLnBrk="1" latinLnBrk="0" hangingPunct="1">
              <a:lnSpc>
                <a:spcPct val="110000"/>
              </a:lnSpc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buFont typeface="Arial" panose="020B0604020202020204" pitchFamily="34" charset="0"/>
              <a:buChar char="•"/>
              <a:defRPr/>
            </a:lvl2pPr>
            <a:lvl3pPr marL="180000">
              <a:defRPr/>
            </a:lvl3pPr>
            <a:lvl4pPr marL="540000" indent="-180000" defTabSz="914400" eaLnBrk="1" latinLnBrk="0" hangingPunct="1">
              <a:lnSpc>
                <a:spcPct val="11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defTabSz="914400" eaLnBrk="1" latinLnBrk="0" hangingPunct="1">
              <a:lnSpc>
                <a:spcPct val="11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DE" dirty="0"/>
              <a:t>Monopolar operation</a:t>
            </a:r>
          </a:p>
          <a:p>
            <a:pPr lvl="1"/>
            <a:endParaRPr lang="en-DE" dirty="0"/>
          </a:p>
          <a:p>
            <a:pPr lvl="1"/>
            <a:r>
              <a:rPr lang="en-DE" dirty="0"/>
              <a:t>Emergency mode operation</a:t>
            </a:r>
          </a:p>
          <a:p>
            <a:pPr lvl="1"/>
            <a:endParaRPr lang="en-DE" dirty="0"/>
          </a:p>
          <a:p>
            <a:pPr lvl="1"/>
            <a:r>
              <a:rPr lang="en-DE" dirty="0"/>
              <a:t>System design relevant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9" name="Copy">
            <a:extLst>
              <a:ext uri="{FF2B5EF4-FFF2-40B4-BE49-F238E27FC236}">
                <a16:creationId xmlns:a16="http://schemas.microsoft.com/office/drawing/2014/main" id="{ED81E0CA-0ED4-E1FE-7C3C-ED54879683F7}"/>
              </a:ext>
            </a:extLst>
          </p:cNvPr>
          <p:cNvSpPr txBox="1">
            <a:spLocks/>
          </p:cNvSpPr>
          <p:nvPr/>
        </p:nvSpPr>
        <p:spPr>
          <a:xfrm>
            <a:off x="8397316" y="3585234"/>
            <a:ext cx="3626765" cy="309356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defTabSz="914400" eaLnBrk="1" latinLnBrk="0" hangingPunct="1">
              <a:lnSpc>
                <a:spcPct val="110000"/>
              </a:lnSpc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buFont typeface="Arial" panose="020B0604020202020204" pitchFamily="34" charset="0"/>
              <a:buChar char="•"/>
              <a:defRPr/>
            </a:lvl2pPr>
            <a:lvl3pPr marL="180000">
              <a:defRPr/>
            </a:lvl3pPr>
            <a:lvl4pPr marL="540000" indent="-180000" defTabSz="914400" eaLnBrk="1" latinLnBrk="0" hangingPunct="1">
              <a:lnSpc>
                <a:spcPct val="11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defTabSz="914400" eaLnBrk="1" latinLnBrk="0" hangingPunct="1">
              <a:lnSpc>
                <a:spcPct val="11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DE" dirty="0"/>
              <a:t>Bipolar operation – Unbalanced mode</a:t>
            </a:r>
          </a:p>
          <a:p>
            <a:pPr lvl="1"/>
            <a:endParaRPr lang="en-DE" dirty="0"/>
          </a:p>
          <a:p>
            <a:pPr lvl="1"/>
            <a:r>
              <a:rPr lang="en-DE" dirty="0"/>
              <a:t>Split-Busbar</a:t>
            </a:r>
          </a:p>
          <a:p>
            <a:pPr lvl="1"/>
            <a:endParaRPr lang="en-DE" dirty="0"/>
          </a:p>
          <a:p>
            <a:pPr lvl="1"/>
            <a:r>
              <a:rPr lang="en-DE" dirty="0"/>
              <a:t>Current running through the DMR in case of different power flow in the AC Grid</a:t>
            </a:r>
          </a:p>
          <a:p>
            <a:pPr lvl="1"/>
            <a:endParaRPr lang="en-DE" dirty="0"/>
          </a:p>
          <a:p>
            <a:pPr lvl="1"/>
            <a:r>
              <a:rPr lang="en-DE" dirty="0"/>
              <a:t>Reduced redundancy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212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5FF5504A-0422-78D6-2804-704B4E55F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6E447415-E17D-4796-A0E7-6A684C7B99FF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 Load Flow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8CCB39-A071-E067-0109-FC58D6FA5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09" y="2205420"/>
            <a:ext cx="3746500" cy="18351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D524C6-2561-E727-9A31-7A4E3B39F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761" y="2205420"/>
            <a:ext cx="1905000" cy="1835150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A0E98795-CDEF-D3D1-B20C-3FB0EEC3C9E5}"/>
              </a:ext>
            </a:extLst>
          </p:cNvPr>
          <p:cNvSpPr/>
          <p:nvPr/>
        </p:nvSpPr>
        <p:spPr>
          <a:xfrm>
            <a:off x="5449208" y="3008695"/>
            <a:ext cx="1295400" cy="2286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opy">
            <a:extLst>
              <a:ext uri="{FF2B5EF4-FFF2-40B4-BE49-F238E27FC236}">
                <a16:creationId xmlns:a16="http://schemas.microsoft.com/office/drawing/2014/main" id="{468C708B-C6D3-7C14-1C8E-5D15798EB639}"/>
              </a:ext>
            </a:extLst>
          </p:cNvPr>
          <p:cNvSpPr txBox="1">
            <a:spLocks/>
          </p:cNvSpPr>
          <p:nvPr/>
        </p:nvSpPr>
        <p:spPr>
          <a:xfrm>
            <a:off x="623094" y="5209765"/>
            <a:ext cx="10945812" cy="5139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For DC load Flow calculation the converter can be represented as an ideal voltage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923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F0BAA406-9FB4-6765-FFF8-D7F7E2D64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BC3127BD-3247-BDAC-0D57-E1B939738BF0}"/>
              </a:ext>
            </a:extLst>
          </p:cNvPr>
          <p:cNvSpPr txBox="1"/>
          <p:nvPr/>
        </p:nvSpPr>
        <p:spPr>
          <a:xfrm>
            <a:off x="115899" y="985000"/>
            <a:ext cx="8649409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Balanced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Operation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E905BF4-B9B2-B677-0EF7-C35B41BE43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08280" y="1522300"/>
            <a:ext cx="6175439" cy="468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820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FAB78BB7-B22E-4EB7-B5A8-712F224C8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084ACE0D-C6A4-5B69-4C29-50F621E384F1}"/>
              </a:ext>
            </a:extLst>
          </p:cNvPr>
          <p:cNvSpPr txBox="1"/>
          <p:nvPr/>
        </p:nvSpPr>
        <p:spPr>
          <a:xfrm>
            <a:off x="115899" y="985000"/>
            <a:ext cx="8649409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Balanced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Operation</a:t>
            </a: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Power Definition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43B71A5-BFFB-5348-4BA3-659B7ECFAC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000" y="1800929"/>
            <a:ext cx="5535776" cy="420208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F5669F3-C235-D863-065E-FD9B6D7736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0226" y="1800929"/>
            <a:ext cx="5535775" cy="420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739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1F0FD839-2853-EEEC-0F2F-80B22F0D8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B6D5D782-4995-9AF8-4C09-2D33C3ECDE41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Balanced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vs. </a:t>
            </a: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Unbalanced 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opy">
            <a:extLst>
              <a:ext uri="{FF2B5EF4-FFF2-40B4-BE49-F238E27FC236}">
                <a16:creationId xmlns:a16="http://schemas.microsoft.com/office/drawing/2014/main" id="{ABCE5ADF-2972-714C-852A-C14D9283D1B9}"/>
              </a:ext>
            </a:extLst>
          </p:cNvPr>
          <p:cNvSpPr txBox="1">
            <a:spLocks/>
          </p:cNvSpPr>
          <p:nvPr/>
        </p:nvSpPr>
        <p:spPr>
          <a:xfrm>
            <a:off x="396000" y="6100585"/>
            <a:ext cx="5535776" cy="35838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defTabSz="914400" eaLnBrk="1" latinLnBrk="0" hangingPunct="1">
              <a:lnSpc>
                <a:spcPct val="110000"/>
              </a:lnSpc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buFont typeface="Arial" panose="020B0604020202020204" pitchFamily="34" charset="0"/>
              <a:buChar char="•"/>
              <a:defRPr/>
            </a:lvl2pPr>
            <a:lvl3pPr marL="450850" indent="-271463">
              <a:buFont typeface="Wingdings" panose="05000000000000000000" pitchFamily="2" charset="2"/>
              <a:buChar char="Ø"/>
              <a:defRPr/>
            </a:lvl3pPr>
            <a:lvl4pPr marL="645137" indent="-285750">
              <a:buFont typeface="Courier New" panose="02070309020205020404" pitchFamily="49" charset="0"/>
              <a:buChar char="o"/>
              <a:defRPr/>
            </a:lvl4pPr>
            <a:lvl5pPr marL="720000" indent="-180000" defTabSz="914400" eaLnBrk="1" latinLnBrk="0" hangingPunct="1">
              <a:lnSpc>
                <a:spcPct val="11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None/>
            </a:pPr>
            <a:r>
              <a:rPr lang="en-DE" dirty="0"/>
              <a:t>Balanced</a:t>
            </a:r>
            <a:r>
              <a:rPr lang="en-US" dirty="0"/>
              <a:t> </a:t>
            </a:r>
            <a:r>
              <a:rPr lang="en-DE" dirty="0"/>
              <a:t>Mode</a:t>
            </a:r>
            <a:endParaRPr lang="en-US" dirty="0"/>
          </a:p>
          <a:p>
            <a:pPr lvl="2"/>
            <a:endParaRPr lang="de-DE" dirty="0"/>
          </a:p>
        </p:txBody>
      </p:sp>
      <p:sp>
        <p:nvSpPr>
          <p:cNvPr id="6" name="Copy">
            <a:extLst>
              <a:ext uri="{FF2B5EF4-FFF2-40B4-BE49-F238E27FC236}">
                <a16:creationId xmlns:a16="http://schemas.microsoft.com/office/drawing/2014/main" id="{D7CB7646-775E-F18A-2EA2-34204BE41A90}"/>
              </a:ext>
            </a:extLst>
          </p:cNvPr>
          <p:cNvSpPr txBox="1">
            <a:spLocks/>
          </p:cNvSpPr>
          <p:nvPr/>
        </p:nvSpPr>
        <p:spPr>
          <a:xfrm>
            <a:off x="6260225" y="6100585"/>
            <a:ext cx="5535776" cy="35838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defTabSz="914400" eaLnBrk="1" latinLnBrk="0" hangingPunct="1">
              <a:lnSpc>
                <a:spcPct val="110000"/>
              </a:lnSpc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buFont typeface="Arial" panose="020B0604020202020204" pitchFamily="34" charset="0"/>
              <a:buNone/>
              <a:defRPr/>
            </a:lvl2pPr>
            <a:lvl3pPr marL="450850" indent="-271463">
              <a:buFont typeface="Wingdings" panose="05000000000000000000" pitchFamily="2" charset="2"/>
              <a:buChar char="Ø"/>
              <a:defRPr/>
            </a:lvl3pPr>
            <a:lvl4pPr marL="645137" indent="-285750">
              <a:buFont typeface="Courier New" panose="02070309020205020404" pitchFamily="49" charset="0"/>
              <a:buChar char="o"/>
              <a:defRPr/>
            </a:lvl4pPr>
            <a:lvl5pPr marL="720000" indent="-180000" defTabSz="914400" eaLnBrk="1" latinLnBrk="0" hangingPunct="1">
              <a:lnSpc>
                <a:spcPct val="11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DE" dirty="0"/>
              <a:t>Unbalanced</a:t>
            </a:r>
            <a:r>
              <a:rPr lang="en-US" dirty="0"/>
              <a:t> </a:t>
            </a:r>
            <a:r>
              <a:rPr lang="en-DE" dirty="0"/>
              <a:t>Mode</a:t>
            </a:r>
            <a:endParaRPr lang="en-US" dirty="0"/>
          </a:p>
          <a:p>
            <a:pPr lvl="2"/>
            <a:endParaRPr lang="de-D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437ADD-DE3F-0216-534D-77DA56EB0E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000" y="1800000"/>
            <a:ext cx="5535776" cy="420208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A0DCD810-A1C7-5049-626D-FB72CAB88F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0224" y="1800000"/>
            <a:ext cx="5535776" cy="420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483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C3AEBC63-6C13-C7DE-69A2-78FBA9710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3CDCB495-88FF-D95C-A1A6-8442578E473B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chemeClr val="dk1"/>
              </a:buClr>
              <a:buSzPts val="3459"/>
              <a:buFont typeface="Calibri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DE" dirty="0">
                <a:sym typeface="Calibri"/>
              </a:rPr>
              <a:t>Monopolar operation</a:t>
            </a:r>
            <a:endParaRPr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07EDD8E9-04E7-ADBB-F017-CD0189725D44}"/>
              </a:ext>
            </a:extLst>
          </p:cNvPr>
          <p:cNvSpPr txBox="1">
            <a:spLocks/>
          </p:cNvSpPr>
          <p:nvPr/>
        </p:nvSpPr>
        <p:spPr>
          <a:xfrm>
            <a:off x="396000" y="6144588"/>
            <a:ext cx="11403890" cy="57486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285750" indent="-285750">
              <a:buFont typeface="Arial" panose="020B0604020202020204" pitchFamily="34" charset="0"/>
              <a:buChar char="•"/>
              <a:defRPr/>
            </a:lvl2pPr>
            <a:lvl3pPr marL="450850" indent="-271463">
              <a:buFont typeface="Wingdings" panose="05000000000000000000" pitchFamily="2" charset="2"/>
              <a:buChar char="Ø"/>
              <a:defRPr/>
            </a:lvl3pPr>
            <a:lvl4pPr marL="645137" indent="-285750">
              <a:buFont typeface="Courier New" panose="02070309020205020404" pitchFamily="49" charset="0"/>
              <a:buChar char="o"/>
              <a:defRPr/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Monopolar operation is usually for a short period of time till the reconfiguration of the system is finished</a:t>
            </a:r>
            <a:endParaRPr lang="en-DE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If longer operation time is required, DMR needs to be designed accordingly</a:t>
            </a:r>
            <a:endParaRPr lang="de-D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C91029D-6282-C86C-691E-4CF3F80998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000" y="1800000"/>
            <a:ext cx="5535776" cy="420208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352466F-50D8-F7BC-C541-6EC62D46EE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0225" y="1800000"/>
            <a:ext cx="5535775" cy="420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506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CCF89F47-C7C7-BB11-8189-3C64E328E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39508C0F-5F27-2621-FB61-4B289DBF5AA9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chemeClr val="dk1"/>
              </a:buClr>
              <a:buSzPts val="3459"/>
              <a:buFont typeface="Calibri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DE" dirty="0">
                <a:sym typeface="Calibri"/>
              </a:rPr>
              <a:t>System Earthing</a:t>
            </a:r>
            <a:endParaRPr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89CD5751-5788-0525-1137-D2701D0D891C}"/>
              </a:ext>
            </a:extLst>
          </p:cNvPr>
          <p:cNvSpPr txBox="1">
            <a:spLocks/>
          </p:cNvSpPr>
          <p:nvPr/>
        </p:nvSpPr>
        <p:spPr>
          <a:xfrm>
            <a:off x="396000" y="6194572"/>
            <a:ext cx="11403890" cy="42487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285750" indent="-285750">
              <a:buFont typeface="Arial" panose="020B0604020202020204" pitchFamily="34" charset="0"/>
              <a:buChar char="•"/>
              <a:defRPr/>
            </a:lvl2pPr>
            <a:lvl3pPr marL="450850" indent="-271463">
              <a:buFont typeface="Wingdings" panose="05000000000000000000" pitchFamily="2" charset="2"/>
              <a:buChar char="Ø"/>
              <a:defRPr/>
            </a:lvl3pPr>
            <a:lvl4pPr marL="645137" indent="-285750">
              <a:buFont typeface="Courier New" panose="02070309020205020404" pitchFamily="49" charset="0"/>
              <a:buChar char="o"/>
              <a:defRPr/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E</a:t>
            </a:r>
            <a:r>
              <a:rPr lang="en-DE" dirty="0" err="1"/>
              <a:t>arthing</a:t>
            </a:r>
            <a:r>
              <a:rPr lang="en-DE" dirty="0"/>
              <a:t> of the BIP system has no impact on the resulting currents and losses</a:t>
            </a:r>
            <a:endParaRPr lang="de-DE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A160387-3672-4346-D786-FF6C67E679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000" y="1800000"/>
            <a:ext cx="5535775" cy="420208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48817D5-101F-490F-FE54-5D04D63D81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0225" y="1800000"/>
            <a:ext cx="5535775" cy="420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26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3F6EB8F2-60F4-87A1-EC55-7FC7225B9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395A11C2-CE28-8EA7-619B-44C480F39CF6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BIP </a:t>
            </a: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Rigid BIP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Bipole single line diagram with conductor definition.">
            <a:extLst>
              <a:ext uri="{FF2B5EF4-FFF2-40B4-BE49-F238E27FC236}">
                <a16:creationId xmlns:a16="http://schemas.microsoft.com/office/drawing/2014/main" id="{F9852419-E633-E165-F313-3AD6412B5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56" y="2423162"/>
            <a:ext cx="4720590" cy="2400300"/>
          </a:xfrm>
          <a:prstGeom prst="rect">
            <a:avLst/>
          </a:prstGeom>
        </p:spPr>
      </p:pic>
      <p:sp>
        <p:nvSpPr>
          <p:cNvPr id="4" name="Copy">
            <a:extLst>
              <a:ext uri="{FF2B5EF4-FFF2-40B4-BE49-F238E27FC236}">
                <a16:creationId xmlns:a16="http://schemas.microsoft.com/office/drawing/2014/main" id="{DD404F44-9DA3-7D93-0783-F56ABB31A9D5}"/>
              </a:ext>
            </a:extLst>
          </p:cNvPr>
          <p:cNvSpPr txBox="1">
            <a:spLocks/>
          </p:cNvSpPr>
          <p:nvPr/>
        </p:nvSpPr>
        <p:spPr>
          <a:xfrm>
            <a:off x="6119312" y="1522300"/>
            <a:ext cx="5956788" cy="420335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3 conductors with 2 different types</a:t>
            </a:r>
          </a:p>
          <a:p>
            <a:pPr marL="180000" lvl="2"/>
            <a:endParaRPr lang="en-D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Bipole consists of two-poles which can transmit the power </a:t>
            </a:r>
            <a:r>
              <a:rPr lang="en-DE" dirty="0" err="1"/>
              <a:t>indepe</a:t>
            </a:r>
            <a:r>
              <a:rPr lang="en-US" dirty="0"/>
              <a:t>n</a:t>
            </a:r>
            <a:r>
              <a:rPr lang="en-DE" dirty="0" err="1"/>
              <a:t>dently</a:t>
            </a:r>
            <a:endParaRPr lang="en-D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In case of a fault in one pole, the other pole can still transmit power providing redundancy in power transmission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In case of symmetrical operation (both poles transmit the same power), </a:t>
            </a:r>
            <a:r>
              <a:rPr lang="en-DE" b="1" dirty="0"/>
              <a:t>no current is flowing through the DMR</a:t>
            </a:r>
          </a:p>
          <a:p>
            <a:pPr lvl="1"/>
            <a:endParaRPr lang="en-DE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324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60E1DE78-AEAE-3D2C-53F4-75BA4A1C8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CB1E93DC-457B-F0F0-CF13-B64E787FFA4A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BIP </a:t>
            </a: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Rigid BIP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Bipole single line diagram with conductor definition.">
            <a:extLst>
              <a:ext uri="{FF2B5EF4-FFF2-40B4-BE49-F238E27FC236}">
                <a16:creationId xmlns:a16="http://schemas.microsoft.com/office/drawing/2014/main" id="{EBE6CF5D-A04B-9FAA-F81C-2261F58C1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37" y="2620369"/>
            <a:ext cx="4720590" cy="2400300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A01963DE-222D-5D15-0F08-6CF6D040CBB5}"/>
              </a:ext>
            </a:extLst>
          </p:cNvPr>
          <p:cNvSpPr/>
          <p:nvPr/>
        </p:nvSpPr>
        <p:spPr>
          <a:xfrm>
            <a:off x="5696611" y="3742461"/>
            <a:ext cx="802888" cy="156117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8253DF-3ABA-019B-C658-6C0D31652EC9}"/>
              </a:ext>
            </a:extLst>
          </p:cNvPr>
          <p:cNvSpPr txBox="1"/>
          <p:nvPr/>
        </p:nvSpPr>
        <p:spPr>
          <a:xfrm>
            <a:off x="576837" y="5520622"/>
            <a:ext cx="4720590" cy="35237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DE" b="1" dirty="0"/>
              <a:t>Bipole</a:t>
            </a:r>
            <a:endParaRPr lang="en-US" b="1" dirty="0" err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6F190E-EC0E-45FB-A9DF-0DA663FC803E}"/>
              </a:ext>
            </a:extLst>
          </p:cNvPr>
          <p:cNvSpPr txBox="1"/>
          <p:nvPr/>
        </p:nvSpPr>
        <p:spPr>
          <a:xfrm>
            <a:off x="6922000" y="5520622"/>
            <a:ext cx="4693162" cy="35237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DE" b="1" dirty="0"/>
              <a:t>Rigid Bipole</a:t>
            </a:r>
            <a:endParaRPr lang="en-US" b="1" dirty="0" err="1"/>
          </a:p>
        </p:txBody>
      </p:sp>
      <p:pic>
        <p:nvPicPr>
          <p:cNvPr id="11" name="Picture 10" descr="Rigid bipole single line diagram with conductor definition.">
            <a:extLst>
              <a:ext uri="{FF2B5EF4-FFF2-40B4-BE49-F238E27FC236}">
                <a16:creationId xmlns:a16="http://schemas.microsoft.com/office/drawing/2014/main" id="{B564F840-BD32-F865-7CAD-057B01DBB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2" y="2620369"/>
            <a:ext cx="472059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701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7BD63D88-B8FD-752F-EEE1-75842252C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2661328D-00A2-0794-79EF-5752D0EB27D9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Rigid BIP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8EF82840-4AAB-BFA9-A41F-F5105570C301}"/>
              </a:ext>
            </a:extLst>
          </p:cNvPr>
          <p:cNvSpPr txBox="1">
            <a:spLocks/>
          </p:cNvSpPr>
          <p:nvPr/>
        </p:nvSpPr>
        <p:spPr>
          <a:xfrm>
            <a:off x="6119312" y="1522300"/>
            <a:ext cx="5956788" cy="420335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2 conductors of 1 type</a:t>
            </a:r>
          </a:p>
          <a:p>
            <a:pPr marL="180000" lvl="2"/>
            <a:endParaRPr lang="en-D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Bipole consists of two-poles which have to transmit the same power because the same power is flowing through the both poles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In case of a fault in one pole, the other pole might not be able to transmit the power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dirty="0"/>
          </a:p>
          <a:p>
            <a:pPr lvl="1"/>
            <a:endParaRPr lang="en-DE" dirty="0"/>
          </a:p>
          <a:p>
            <a:pPr lvl="1"/>
            <a:endParaRPr lang="en-US" dirty="0"/>
          </a:p>
        </p:txBody>
      </p:sp>
      <p:pic>
        <p:nvPicPr>
          <p:cNvPr id="6" name="Picture 5" descr="Rigid bipole single line diagram with conductor definition.">
            <a:extLst>
              <a:ext uri="{FF2B5EF4-FFF2-40B4-BE49-F238E27FC236}">
                <a16:creationId xmlns:a16="http://schemas.microsoft.com/office/drawing/2014/main" id="{89C03175-7EA4-C26A-FC2A-607DCE968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41" y="2228850"/>
            <a:ext cx="472059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04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98790CAF-7B20-35A6-81C6-583A40098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37A548E2-E61B-34AF-4AC6-53B8FD4C91B3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Rigid BIP Operation Modes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opy">
            <a:extLst>
              <a:ext uri="{FF2B5EF4-FFF2-40B4-BE49-F238E27FC236}">
                <a16:creationId xmlns:a16="http://schemas.microsoft.com/office/drawing/2014/main" id="{F18DDFC9-A39B-E706-46B6-EB16AA359F72}"/>
              </a:ext>
            </a:extLst>
          </p:cNvPr>
          <p:cNvSpPr txBox="1">
            <a:spLocks/>
          </p:cNvSpPr>
          <p:nvPr/>
        </p:nvSpPr>
        <p:spPr>
          <a:xfrm>
            <a:off x="415973" y="3548754"/>
            <a:ext cx="3589120" cy="12529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defTabSz="914400" eaLnBrk="1" latinLnBrk="0" hangingPunct="1">
              <a:lnSpc>
                <a:spcPct val="110000"/>
              </a:lnSpc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buFont typeface="Arial" panose="020B0604020202020204" pitchFamily="34" charset="0"/>
              <a:buChar char="•"/>
              <a:defRPr/>
            </a:lvl2pPr>
            <a:lvl3pPr marL="180000">
              <a:defRPr/>
            </a:lvl3pPr>
            <a:lvl4pPr marL="540000" indent="-180000" defTabSz="914400" eaLnBrk="1" latinLnBrk="0" hangingPunct="1">
              <a:lnSpc>
                <a:spcPct val="11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defTabSz="914400" eaLnBrk="1" latinLnBrk="0" hangingPunct="1">
              <a:lnSpc>
                <a:spcPct val="11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DE" dirty="0"/>
              <a:t>Common-busbar operation</a:t>
            </a:r>
          </a:p>
          <a:p>
            <a:pPr lvl="1"/>
            <a:endParaRPr lang="en-DE" dirty="0"/>
          </a:p>
          <a:p>
            <a:pPr lvl="1"/>
            <a:r>
              <a:rPr lang="en-DE" dirty="0"/>
              <a:t>Standard operation mode</a:t>
            </a:r>
          </a:p>
          <a:p>
            <a:pPr lvl="1"/>
            <a:endParaRPr lang="en-US" dirty="0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1F58B6B7-D0C2-EE08-AF75-BB28A8859C0E}"/>
              </a:ext>
            </a:extLst>
          </p:cNvPr>
          <p:cNvSpPr txBox="1">
            <a:spLocks/>
          </p:cNvSpPr>
          <p:nvPr/>
        </p:nvSpPr>
        <p:spPr>
          <a:xfrm>
            <a:off x="4237334" y="3543668"/>
            <a:ext cx="3615731" cy="309356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defTabSz="914400" eaLnBrk="1" latinLnBrk="0" hangingPunct="1">
              <a:lnSpc>
                <a:spcPct val="110000"/>
              </a:lnSpc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buFont typeface="Arial" panose="020B0604020202020204" pitchFamily="34" charset="0"/>
              <a:buChar char="•"/>
              <a:defRPr/>
            </a:lvl2pPr>
            <a:lvl3pPr marL="180000">
              <a:defRPr/>
            </a:lvl3pPr>
            <a:lvl4pPr marL="540000" indent="-180000" defTabSz="914400" eaLnBrk="1" latinLnBrk="0" hangingPunct="1">
              <a:lnSpc>
                <a:spcPct val="11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defTabSz="914400" eaLnBrk="1" latinLnBrk="0" hangingPunct="1">
              <a:lnSpc>
                <a:spcPct val="11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DE" dirty="0"/>
              <a:t>Split busbar operation</a:t>
            </a:r>
          </a:p>
          <a:p>
            <a:pPr lvl="1"/>
            <a:endParaRPr lang="en-DE" dirty="0"/>
          </a:p>
          <a:p>
            <a:pPr lvl="1"/>
            <a:r>
              <a:rPr lang="en-DE" dirty="0"/>
              <a:t>Poles must have the same power during all operating modes </a:t>
            </a:r>
            <a:br>
              <a:rPr lang="en-DE" dirty="0"/>
            </a:br>
            <a:r>
              <a:rPr lang="en-DE" dirty="0"/>
              <a:t>(also during dynamic operation)</a:t>
            </a:r>
          </a:p>
          <a:p>
            <a:pPr lvl="1"/>
            <a:endParaRPr lang="en-US" dirty="0"/>
          </a:p>
        </p:txBody>
      </p:sp>
      <p:sp>
        <p:nvSpPr>
          <p:cNvPr id="5" name="Copy">
            <a:extLst>
              <a:ext uri="{FF2B5EF4-FFF2-40B4-BE49-F238E27FC236}">
                <a16:creationId xmlns:a16="http://schemas.microsoft.com/office/drawing/2014/main" id="{D98DCF68-E79E-6099-E34B-4495A1BF1D63}"/>
              </a:ext>
            </a:extLst>
          </p:cNvPr>
          <p:cNvSpPr txBox="1">
            <a:spLocks/>
          </p:cNvSpPr>
          <p:nvPr/>
        </p:nvSpPr>
        <p:spPr>
          <a:xfrm>
            <a:off x="8250363" y="3543668"/>
            <a:ext cx="3588367" cy="309356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defTabSz="914400" eaLnBrk="1" latinLnBrk="0" hangingPunct="1">
              <a:lnSpc>
                <a:spcPct val="110000"/>
              </a:lnSpc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buFont typeface="Arial" panose="020B0604020202020204" pitchFamily="34" charset="0"/>
              <a:buChar char="•"/>
              <a:defRPr/>
            </a:lvl2pPr>
            <a:lvl3pPr marL="180000">
              <a:defRPr/>
            </a:lvl3pPr>
            <a:lvl4pPr marL="540000" indent="-180000" defTabSz="914400" eaLnBrk="1" latinLnBrk="0" hangingPunct="1">
              <a:lnSpc>
                <a:spcPct val="11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defTabSz="914400" eaLnBrk="1" latinLnBrk="0" hangingPunct="1">
              <a:lnSpc>
                <a:spcPct val="11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DE" dirty="0"/>
              <a:t>Monopolar operation</a:t>
            </a:r>
          </a:p>
          <a:p>
            <a:pPr lvl="1"/>
            <a:endParaRPr lang="en-DE" dirty="0"/>
          </a:p>
          <a:p>
            <a:pPr lvl="1"/>
            <a:r>
              <a:rPr lang="en-DE" dirty="0"/>
              <a:t>Reconfiguration takes &gt; 1s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Picture 6" descr="Rigid Bipole configuration with a common busbar on the ac side.">
            <a:extLst>
              <a:ext uri="{FF2B5EF4-FFF2-40B4-BE49-F238E27FC236}">
                <a16:creationId xmlns:a16="http://schemas.microsoft.com/office/drawing/2014/main" id="{680DC25C-EDFC-181D-7F9B-6B4CD2E1D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25" y="1631713"/>
            <a:ext cx="3588367" cy="1476308"/>
          </a:xfrm>
          <a:prstGeom prst="rect">
            <a:avLst/>
          </a:prstGeom>
        </p:spPr>
      </p:pic>
      <p:pic>
        <p:nvPicPr>
          <p:cNvPr id="8" name="Picture 7" descr="Rigid Bipole configuration with a split busbar on the ac side.">
            <a:extLst>
              <a:ext uri="{FF2B5EF4-FFF2-40B4-BE49-F238E27FC236}">
                <a16:creationId xmlns:a16="http://schemas.microsoft.com/office/drawing/2014/main" id="{024D1C5F-ED31-BE57-0CCB-0FDC801C3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7334" y="1636206"/>
            <a:ext cx="3615731" cy="1471815"/>
          </a:xfrm>
          <a:prstGeom prst="rect">
            <a:avLst/>
          </a:prstGeom>
        </p:spPr>
      </p:pic>
      <p:pic>
        <p:nvPicPr>
          <p:cNvPr id="9" name="Picture 8" descr="Rigid Bipole configuration in monopolar operation.">
            <a:extLst>
              <a:ext uri="{FF2B5EF4-FFF2-40B4-BE49-F238E27FC236}">
                <a16:creationId xmlns:a16="http://schemas.microsoft.com/office/drawing/2014/main" id="{B5620A3E-53C7-A561-04D3-844F8E3EC9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0363" y="1627220"/>
            <a:ext cx="3588367" cy="147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121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35AF690F-E708-3654-4BE8-BE05D3700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5FF85909-2ABE-9947-19FD-B33C2D65E357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Symmetrical Monopole (SMP)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Symmetrical Monopole (SMP) single line diagram.">
            <a:extLst>
              <a:ext uri="{FF2B5EF4-FFF2-40B4-BE49-F238E27FC236}">
                <a16:creationId xmlns:a16="http://schemas.microsoft.com/office/drawing/2014/main" id="{314712AE-E6D9-164D-2AD5-4C2C7EAC4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37" y="1868149"/>
            <a:ext cx="5572125" cy="1457325"/>
          </a:xfrm>
          <a:prstGeom prst="rect">
            <a:avLst/>
          </a:prstGeom>
        </p:spPr>
      </p:pic>
      <p:pic>
        <p:nvPicPr>
          <p:cNvPr id="5" name="Picture 4" descr="Symmetrical Monopole (SMP) single line diagram with voltage and current definition.">
            <a:extLst>
              <a:ext uri="{FF2B5EF4-FFF2-40B4-BE49-F238E27FC236}">
                <a16:creationId xmlns:a16="http://schemas.microsoft.com/office/drawing/2014/main" id="{5ACFC318-0ACA-0981-6EFF-65C70D331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937" y="3795659"/>
            <a:ext cx="5572125" cy="2324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py">
                <a:extLst>
                  <a:ext uri="{FF2B5EF4-FFF2-40B4-BE49-F238E27FC236}">
                    <a16:creationId xmlns:a16="http://schemas.microsoft.com/office/drawing/2014/main" id="{3DC4FB9C-F7E1-708F-74AC-52764373B0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266719"/>
                <a:ext cx="5956788" cy="5057881"/>
              </a:xfrm>
              <a:prstGeom prst="rect">
                <a:avLst/>
              </a:prstGeom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DE" b="1" dirty="0"/>
                  <a:t>High impedance earth reference on the AC side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DE" dirty="0"/>
                  <a:t>DC Definitions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𝑑𝐻𝑃</m:t>
                              </m:r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𝑅𝑒𝑐</m:t>
                              </m:r>
                            </m:sub>
                          </m:sSub>
                        </m:e>
                      </m:d>
                      <m:r>
                        <a:rPr lang="en-DE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𝑑𝐻𝑁</m:t>
                              </m:r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𝑅𝑒𝑐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𝑑𝐻𝑃</m:t>
                              </m:r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DE" i="1" smtClean="0">
                                  <a:latin typeface="Cambria Math" panose="02040503050406030204" pitchFamily="18" charset="0"/>
                                </a:rPr>
                                <m:t>𝐼𝑛𝑣</m:t>
                              </m:r>
                            </m:sub>
                          </m:sSub>
                        </m:e>
                      </m:d>
                      <m:r>
                        <a:rPr lang="en-DE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𝑑𝐻𝑁</m:t>
                              </m:r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DE" i="1" smtClean="0">
                                  <a:latin typeface="Cambria Math" panose="02040503050406030204" pitchFamily="18" charset="0"/>
                                </a:rPr>
                                <m:t>𝐼𝑛𝑣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i="1" dirty="0">
                  <a:latin typeface="Cambria Math" panose="02040503050406030204" pitchFamily="18" charset="0"/>
                </a:endParaRPr>
              </a:p>
              <a:p>
                <a:pPr lvl="1"/>
                <a:endParaRPr lang="en-DE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DE" i="1" smtClean="0">
                              <a:latin typeface="Cambria Math" panose="02040503050406030204" pitchFamily="18" charset="0"/>
                            </a:rPr>
                            <m:t>𝐷𝐶</m:t>
                          </m:r>
                          <m:r>
                            <a:rPr lang="en-DE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DE" i="1" smtClean="0">
                              <a:latin typeface="Cambria Math" panose="02040503050406030204" pitchFamily="18" charset="0"/>
                            </a:rPr>
                            <m:t>𝑅𝑒𝑐</m:t>
                          </m:r>
                        </m:sub>
                      </m:sSub>
                      <m:r>
                        <a:rPr lang="en-DE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DE" i="1" smtClean="0">
                              <a:latin typeface="Cambria Math" panose="02040503050406030204" pitchFamily="18" charset="0"/>
                            </a:rPr>
                            <m:t>𝑑𝐻𝑃</m:t>
                          </m:r>
                          <m:r>
                            <a:rPr lang="en-DE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DE" i="1" smtClean="0">
                              <a:latin typeface="Cambria Math" panose="02040503050406030204" pitchFamily="18" charset="0"/>
                            </a:rPr>
                            <m:t>𝑅𝑒𝑐</m:t>
                          </m:r>
                        </m:sub>
                      </m:sSub>
                      <m:r>
                        <a:rPr lang="en-DE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DE" i="1">
                              <a:latin typeface="Cambria Math" panose="02040503050406030204" pitchFamily="18" charset="0"/>
                            </a:rPr>
                            <m:t>𝑑𝐻</m:t>
                          </m:r>
                          <m:r>
                            <a:rPr lang="en-DE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DE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DE" i="1">
                              <a:latin typeface="Cambria Math" panose="02040503050406030204" pitchFamily="18" charset="0"/>
                            </a:rPr>
                            <m:t>𝑅𝑒𝑐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  <a:p>
                <a:pPr lvl="1"/>
                <a:endParaRPr lang="en-DE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DE" i="1" smtClean="0">
                              <a:latin typeface="Cambria Math" panose="02040503050406030204" pitchFamily="18" charset="0"/>
                            </a:rPr>
                            <m:t>𝐷𝐶</m:t>
                          </m:r>
                        </m:sub>
                      </m:sSub>
                      <m:r>
                        <a:rPr lang="en-DE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𝐷𝐶</m:t>
                              </m:r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𝑅𝑒𝑐</m:t>
                              </m:r>
                            </m:sub>
                          </m:sSub>
                          <m:r>
                            <a:rPr lang="en-DE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𝐷𝐶</m:t>
                              </m:r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DE" i="1">
                                  <a:latin typeface="Cambria Math" panose="02040503050406030204" pitchFamily="18" charset="0"/>
                                </a:rPr>
                                <m:t>𝐼𝑛𝑣</m:t>
                              </m:r>
                            </m:sub>
                          </m:sSub>
                        </m:num>
                        <m:den>
                          <m:r>
                            <a:rPr lang="en-DE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DE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DE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DE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𝐷𝐶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DE" dirty="0"/>
              </a:p>
              <a:p>
                <a:pPr lvl="1"/>
                <a:endParaRPr lang="en-DE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DE" i="1">
                              <a:latin typeface="Cambria Math" panose="02040503050406030204" pitchFamily="18" charset="0"/>
                            </a:rPr>
                            <m:t>𝐷𝐶</m:t>
                          </m:r>
                          <m:r>
                            <a:rPr lang="en-DE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DE" i="1">
                              <a:latin typeface="Cambria Math" panose="02040503050406030204" pitchFamily="18" charset="0"/>
                            </a:rPr>
                            <m:t>𝐼𝑛𝑣</m:t>
                          </m:r>
                        </m:sub>
                      </m:sSub>
                      <m:r>
                        <a:rPr lang="en-DE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DE" i="1">
                              <a:latin typeface="Cambria Math" panose="02040503050406030204" pitchFamily="18" charset="0"/>
                            </a:rPr>
                            <m:t>𝐷𝐶</m:t>
                          </m:r>
                        </m:sub>
                      </m:sSub>
                      <m:r>
                        <a:rPr lang="en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𝐷𝐶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  <a:p>
                <a:pPr marL="180000" lvl="2"/>
                <a:endParaRPr lang="en-DE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DE" dirty="0"/>
                  <a:t>SMP configuration can only be realized with </a:t>
                </a:r>
                <a:br>
                  <a:rPr lang="en-DE" dirty="0"/>
                </a:br>
                <a:r>
                  <a:rPr lang="en-DE" dirty="0"/>
                  <a:t>VSC HVDC systems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DE" dirty="0">
                    <a:solidFill>
                      <a:srgbClr val="009B55"/>
                    </a:solidFill>
                  </a:rPr>
                  <a:t>DC cables have the same voltage rating</a:t>
                </a:r>
              </a:p>
              <a:p>
                <a:pPr lvl="1"/>
                <a:endParaRPr lang="en-DE" b="1" dirty="0"/>
              </a:p>
              <a:p>
                <a:pPr lvl="1"/>
                <a:endParaRPr lang="en-DE" b="1" dirty="0"/>
              </a:p>
              <a:p>
                <a:pPr lvl="1"/>
                <a:endParaRPr lang="en-US" dirty="0"/>
              </a:p>
              <a:p>
                <a:pPr marL="360000" lvl="3"/>
                <a:endParaRPr lang="en-DE" dirty="0"/>
              </a:p>
              <a:p>
                <a:pPr lvl="1"/>
                <a:endParaRPr lang="en-DE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6" name="Copy">
                <a:extLst>
                  <a:ext uri="{FF2B5EF4-FFF2-40B4-BE49-F238E27FC236}">
                    <a16:creationId xmlns:a16="http://schemas.microsoft.com/office/drawing/2014/main" id="{3DC4FB9C-F7E1-708F-74AC-52764373B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266719"/>
                <a:ext cx="5956788" cy="5057881"/>
              </a:xfrm>
              <a:prstGeom prst="rect">
                <a:avLst/>
              </a:prstGeom>
              <a:blipFill>
                <a:blip r:embed="rId5"/>
                <a:stretch>
                  <a:fillRect l="-102" t="-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1034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F6D5C0BD-713F-E19A-10A2-7F7F684AE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02D06EEC-E6F9-BB6D-9A90-34DA1D047E71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Modular Multilevel Converter (MMC)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C3D575-8ABF-E1B2-B110-EE3B28596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66762"/>
              </p:ext>
            </p:extLst>
          </p:nvPr>
        </p:nvGraphicFramePr>
        <p:xfrm>
          <a:off x="2036335" y="3019740"/>
          <a:ext cx="8128000" cy="3251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5289576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9191303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6130640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02076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2 x Monopole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1 x BIP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1 x SMP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974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Transformers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>
                          <a:solidFill>
                            <a:srgbClr val="FF0000"/>
                          </a:solidFill>
                        </a:rPr>
                        <a:t>--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>
                          <a:solidFill>
                            <a:srgbClr val="FF0000"/>
                          </a:solidFill>
                        </a:rPr>
                        <a:t>--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>
                          <a:solidFill>
                            <a:srgbClr val="00B050"/>
                          </a:solidFill>
                        </a:rPr>
                        <a:t>++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500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DC lines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>
                          <a:solidFill>
                            <a:srgbClr val="FF0000"/>
                          </a:solidFill>
                        </a:rPr>
                        <a:t>--</a:t>
                      </a:r>
                    </a:p>
                    <a:p>
                      <a:pPr algn="ctr"/>
                      <a:r>
                        <a:rPr lang="en-DE" dirty="0">
                          <a:solidFill>
                            <a:srgbClr val="FF0000"/>
                          </a:solidFill>
                        </a:rPr>
                        <a:t>4 lines / 2 types</a:t>
                      </a:r>
                    </a:p>
                    <a:p>
                      <a:pPr algn="ctr"/>
                      <a:r>
                        <a:rPr lang="en-DE" dirty="0">
                          <a:solidFill>
                            <a:srgbClr val="FF0000"/>
                          </a:solidFill>
                        </a:rPr>
                        <a:t>1563 A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>
                          <a:solidFill>
                            <a:srgbClr val="FF0000"/>
                          </a:solidFill>
                        </a:rPr>
                        <a:t>-</a:t>
                      </a:r>
                    </a:p>
                    <a:p>
                      <a:pPr algn="ctr"/>
                      <a:r>
                        <a:rPr lang="en-DE" dirty="0">
                          <a:solidFill>
                            <a:srgbClr val="FF0000"/>
                          </a:solidFill>
                        </a:rPr>
                        <a:t>3 lines / 2 types</a:t>
                      </a:r>
                    </a:p>
                    <a:p>
                      <a:pPr algn="ctr"/>
                      <a:r>
                        <a:rPr lang="en-DE" dirty="0">
                          <a:solidFill>
                            <a:srgbClr val="FF0000"/>
                          </a:solidFill>
                        </a:rPr>
                        <a:t>1563 A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>
                          <a:solidFill>
                            <a:srgbClr val="00B050"/>
                          </a:solidFill>
                        </a:rPr>
                        <a:t>++</a:t>
                      </a:r>
                    </a:p>
                    <a:p>
                      <a:pPr algn="ctr"/>
                      <a:r>
                        <a:rPr lang="en-DE" dirty="0">
                          <a:solidFill>
                            <a:srgbClr val="00B050"/>
                          </a:solidFill>
                        </a:rPr>
                        <a:t>2 lines / 1 type</a:t>
                      </a:r>
                    </a:p>
                    <a:p>
                      <a:pPr algn="ctr"/>
                      <a:r>
                        <a:rPr lang="en-DE" dirty="0">
                          <a:solidFill>
                            <a:srgbClr val="00B050"/>
                          </a:solidFill>
                        </a:rPr>
                        <a:t>1563 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133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Converters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>
                          <a:solidFill>
                            <a:srgbClr val="FF0000"/>
                          </a:solidFill>
                        </a:rPr>
                        <a:t>-</a:t>
                      </a:r>
                    </a:p>
                    <a:p>
                      <a:pPr algn="ctr"/>
                      <a:r>
                        <a:rPr lang="en-DE" dirty="0">
                          <a:solidFill>
                            <a:srgbClr val="FF0000"/>
                          </a:solidFill>
                        </a:rPr>
                        <a:t>4 Converters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>
                          <a:solidFill>
                            <a:srgbClr val="FF0000"/>
                          </a:solidFill>
                        </a:rPr>
                        <a:t>-</a:t>
                      </a:r>
                    </a:p>
                    <a:p>
                      <a:pPr algn="ctr"/>
                      <a:r>
                        <a:rPr lang="en-DE" dirty="0">
                          <a:solidFill>
                            <a:srgbClr val="FF0000"/>
                          </a:solidFill>
                        </a:rPr>
                        <a:t>4 Converters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>
                          <a:solidFill>
                            <a:srgbClr val="00B050"/>
                          </a:solidFill>
                        </a:rPr>
                        <a:t>+</a:t>
                      </a:r>
                    </a:p>
                    <a:p>
                      <a:pPr algn="ctr"/>
                      <a:r>
                        <a:rPr lang="en-DE" dirty="0">
                          <a:solidFill>
                            <a:srgbClr val="00B050"/>
                          </a:solidFill>
                        </a:rPr>
                        <a:t>2 Converters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562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Converter rating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>
                          <a:solidFill>
                            <a:srgbClr val="00B050"/>
                          </a:solidFill>
                        </a:rPr>
                        <a:t>+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>
                          <a:solidFill>
                            <a:srgbClr val="00B050"/>
                          </a:solidFill>
                        </a:rPr>
                        <a:t>320 kV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>
                          <a:solidFill>
                            <a:srgbClr val="00B050"/>
                          </a:solidFill>
                        </a:rPr>
                        <a:t>+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>
                          <a:solidFill>
                            <a:srgbClr val="00B050"/>
                          </a:solidFill>
                        </a:rPr>
                        <a:t>320 kV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>
                          <a:solidFill>
                            <a:srgbClr val="FF0000"/>
                          </a:solidFill>
                        </a:rPr>
                        <a:t>--</a:t>
                      </a:r>
                    </a:p>
                    <a:p>
                      <a:pPr algn="ctr"/>
                      <a:r>
                        <a:rPr lang="en-DE" dirty="0">
                          <a:solidFill>
                            <a:srgbClr val="FF0000"/>
                          </a:solidFill>
                        </a:rPr>
                        <a:t>640 kV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867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Losses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>
                          <a:solidFill>
                            <a:srgbClr val="FF0000"/>
                          </a:solidFill>
                        </a:rPr>
                        <a:t>--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>
                          <a:solidFill>
                            <a:srgbClr val="FF0000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>
                          <a:solidFill>
                            <a:srgbClr val="00B050"/>
                          </a:solidFill>
                        </a:rPr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999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Reliability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>
                          <a:solidFill>
                            <a:srgbClr val="00B050"/>
                          </a:solidFill>
                        </a:rPr>
                        <a:t>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>
                          <a:solidFill>
                            <a:srgbClr val="00B050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>
                          <a:solidFill>
                            <a:srgbClr val="FF0000"/>
                          </a:solidFill>
                        </a:rPr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427791"/>
                  </a:ext>
                </a:extLst>
              </a:tr>
            </a:tbl>
          </a:graphicData>
        </a:graphic>
      </p:graphicFrame>
      <p:sp>
        <p:nvSpPr>
          <p:cNvPr id="3" name="Copy">
            <a:extLst>
              <a:ext uri="{FF2B5EF4-FFF2-40B4-BE49-F238E27FC236}">
                <a16:creationId xmlns:a16="http://schemas.microsoft.com/office/drawing/2014/main" id="{0109612D-F251-B7ED-E903-ED581EFDF107}"/>
              </a:ext>
            </a:extLst>
          </p:cNvPr>
          <p:cNvSpPr txBox="1">
            <a:spLocks/>
          </p:cNvSpPr>
          <p:nvPr/>
        </p:nvSpPr>
        <p:spPr>
          <a:xfrm>
            <a:off x="181983" y="1661015"/>
            <a:ext cx="10769600" cy="13587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/>
            <a:r>
              <a:rPr lang="en-DE" dirty="0"/>
              <a:t>Power transmission parameters</a:t>
            </a:r>
          </a:p>
          <a:p>
            <a:pPr marL="450850" lvl="2" indent="-271463">
              <a:buFont typeface="Wingdings" panose="05000000000000000000" pitchFamily="2" charset="2"/>
              <a:buChar char="Ø"/>
            </a:pPr>
            <a:r>
              <a:rPr lang="en-DE" b="1" dirty="0"/>
              <a:t>1000 MW </a:t>
            </a:r>
          </a:p>
          <a:p>
            <a:pPr marL="450850" lvl="2" indent="-271463">
              <a:buFont typeface="Wingdings" panose="05000000000000000000" pitchFamily="2" charset="2"/>
              <a:buChar char="Ø"/>
            </a:pPr>
            <a:r>
              <a:rPr lang="en-DE" dirty="0"/>
              <a:t>320kV maximum DC line voltage </a:t>
            </a:r>
          </a:p>
          <a:p>
            <a:pPr marL="450850" lvl="2" indent="-271463">
              <a:buFont typeface="Wingdings" panose="05000000000000000000" pitchFamily="2" charset="2"/>
              <a:buChar char="Ø"/>
            </a:pPr>
            <a:r>
              <a:rPr lang="en-DE" dirty="0"/>
              <a:t>1563A maximum current rating</a:t>
            </a:r>
          </a:p>
          <a:p>
            <a:pPr lvl="1"/>
            <a:endParaRPr lang="en-DE" b="1" dirty="0"/>
          </a:p>
          <a:p>
            <a:pPr lvl="1"/>
            <a:endParaRPr lang="en-DE" b="1" dirty="0"/>
          </a:p>
          <a:p>
            <a:pPr lvl="1"/>
            <a:endParaRPr lang="en-US" dirty="0"/>
          </a:p>
          <a:p>
            <a:pPr marL="360000" lvl="3"/>
            <a:endParaRPr lang="en-DE" dirty="0"/>
          </a:p>
          <a:p>
            <a:pPr lvl="1"/>
            <a:endParaRPr lang="en-DE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2133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BBFB9493-28C2-059F-D4B8-2ABE02878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088F17A2-BD96-3807-A9C5-9883F1BF6ED5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 cable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7C36D2AB-EB1C-FB80-280F-4A63515761C0}"/>
              </a:ext>
            </a:extLst>
          </p:cNvPr>
          <p:cNvSpPr txBox="1">
            <a:spLocks/>
          </p:cNvSpPr>
          <p:nvPr/>
        </p:nvSpPr>
        <p:spPr>
          <a:xfrm>
            <a:off x="5593296" y="1522300"/>
            <a:ext cx="6241899" cy="495788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Main elements of the DC cable are:</a:t>
            </a:r>
          </a:p>
          <a:p>
            <a:pPr marL="450850" lvl="2" indent="-271463">
              <a:buFont typeface="Wingdings" panose="05000000000000000000" pitchFamily="2" charset="2"/>
              <a:buChar char="Ø"/>
            </a:pPr>
            <a:r>
              <a:rPr lang="en-DE" dirty="0"/>
              <a:t>Insulator</a:t>
            </a:r>
          </a:p>
          <a:p>
            <a:pPr marL="645137" lvl="3" indent="-285750">
              <a:buFont typeface="Courier New" panose="02070309020205020404" pitchFamily="49" charset="0"/>
              <a:buChar char="o"/>
            </a:pPr>
            <a:r>
              <a:rPr lang="en-DE" dirty="0"/>
              <a:t>XLPE: </a:t>
            </a:r>
            <a:r>
              <a:rPr lang="en-US" dirty="0"/>
              <a:t>Cross-linked polyethylene</a:t>
            </a:r>
            <a:endParaRPr lang="en-DE" dirty="0"/>
          </a:p>
          <a:p>
            <a:pPr marL="645137" lvl="3" indent="-285750">
              <a:buFont typeface="Courier New" panose="02070309020205020404" pitchFamily="49" charset="0"/>
              <a:buChar char="o"/>
            </a:pPr>
            <a:r>
              <a:rPr lang="en-DE" dirty="0"/>
              <a:t>MI: </a:t>
            </a:r>
            <a:r>
              <a:rPr lang="en-US" dirty="0"/>
              <a:t>Mass impregnated</a:t>
            </a:r>
            <a:endParaRPr lang="en-DE" dirty="0"/>
          </a:p>
          <a:p>
            <a:pPr marL="645137" lvl="3" indent="-285750">
              <a:buFont typeface="Courier New" panose="02070309020205020404" pitchFamily="49" charset="0"/>
              <a:buChar char="o"/>
            </a:pPr>
            <a:endParaRPr lang="en-DE" dirty="0"/>
          </a:p>
          <a:p>
            <a:pPr marL="450850" lvl="2" indent="-271463">
              <a:buFont typeface="Wingdings" panose="05000000000000000000" pitchFamily="2" charset="2"/>
              <a:buChar char="Ø"/>
            </a:pPr>
            <a:r>
              <a:rPr lang="en-DE" dirty="0"/>
              <a:t>Conductor</a:t>
            </a:r>
          </a:p>
          <a:p>
            <a:pPr marL="645137" lvl="3" indent="-285750">
              <a:buFont typeface="Courier New" panose="02070309020205020404" pitchFamily="49" charset="0"/>
              <a:buChar char="o"/>
            </a:pPr>
            <a:r>
              <a:rPr lang="en-DE" dirty="0"/>
              <a:t>Copper</a:t>
            </a:r>
          </a:p>
          <a:p>
            <a:pPr marL="645137" lvl="3" indent="-285750">
              <a:buFont typeface="Courier New" panose="02070309020205020404" pitchFamily="49" charset="0"/>
              <a:buChar char="o"/>
            </a:pPr>
            <a:r>
              <a:rPr lang="en-DE" dirty="0"/>
              <a:t>Aluminium</a:t>
            </a:r>
          </a:p>
          <a:p>
            <a:pPr marL="450850" lvl="2" indent="-271463">
              <a:buFont typeface="Wingdings" panose="05000000000000000000" pitchFamily="2" charset="2"/>
              <a:buChar char="Ø"/>
            </a:pPr>
            <a:endParaRPr lang="en-D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Balance between DC voltage and DC current for most economical design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DE" dirty="0"/>
              <a:t>Generally it can be assumed that Insulator is cheaper than the conductor </a:t>
            </a:r>
            <a:br>
              <a:rPr lang="en-DE" dirty="0"/>
            </a:br>
            <a:r>
              <a:rPr lang="en-DE" dirty="0">
                <a:sym typeface="Wingdings" panose="05000000000000000000" pitchFamily="2" charset="2"/>
              </a:rPr>
              <a:t> Higher voltage rating is preferred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dirty="0">
              <a:sym typeface="Wingdings" panose="05000000000000000000" pitchFamily="2" charset="2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Voltage levels in </a:t>
            </a:r>
            <a:r>
              <a:rPr lang="en-DE" noProof="0" dirty="0"/>
              <a:t>VSC-HVDC</a:t>
            </a:r>
            <a:r>
              <a:rPr lang="en-US" noProof="0" dirty="0"/>
              <a:t> projects:</a:t>
            </a:r>
          </a:p>
          <a:p>
            <a:pPr marL="0" lvl="1" indent="0">
              <a:buNone/>
            </a:pPr>
            <a:r>
              <a:rPr lang="en-US" dirty="0"/>
              <a:t>	80 kV	Projects up to 200MW power</a:t>
            </a:r>
          </a:p>
          <a:p>
            <a:pPr marL="0" lvl="1" indent="0">
              <a:buNone/>
            </a:pPr>
            <a:r>
              <a:rPr lang="en-US" noProof="0" dirty="0"/>
              <a:t>	200 kV	TBC project voltage</a:t>
            </a:r>
          </a:p>
          <a:p>
            <a:pPr marL="0" lvl="1" indent="0">
              <a:buNone/>
            </a:pPr>
            <a:r>
              <a:rPr lang="en-US" dirty="0"/>
              <a:t>	250 kV	Used in one project</a:t>
            </a:r>
          </a:p>
          <a:p>
            <a:pPr marL="0" lvl="1" indent="0">
              <a:buNone/>
            </a:pPr>
            <a:r>
              <a:rPr lang="en-US" noProof="0" dirty="0"/>
              <a:t>	</a:t>
            </a:r>
            <a:r>
              <a:rPr lang="en-US" b="1" noProof="0" dirty="0"/>
              <a:t>320 kV</a:t>
            </a:r>
            <a:r>
              <a:rPr lang="en-US" noProof="0" dirty="0"/>
              <a:t>	Most common</a:t>
            </a:r>
            <a:r>
              <a:rPr lang="en-US" dirty="0"/>
              <a:t> voltage</a:t>
            </a:r>
          </a:p>
          <a:p>
            <a:pPr marL="0" lvl="1" indent="0">
              <a:buNone/>
            </a:pPr>
            <a:r>
              <a:rPr lang="en-US" dirty="0"/>
              <a:t>	400 kV	Cable voltage promoted by some cable suppliers due </a:t>
            </a:r>
            <a:r>
              <a:rPr lang="en-US" noProof="0" dirty="0"/>
              <a:t>	</a:t>
            </a:r>
            <a:r>
              <a:rPr lang="en-US" b="1" noProof="0" dirty="0"/>
              <a:t>525 kV</a:t>
            </a:r>
            <a:r>
              <a:rPr lang="en-US" noProof="0" dirty="0"/>
              <a:t>	New Standard for power applications ≥ </a:t>
            </a:r>
            <a:r>
              <a:rPr lang="en-US" dirty="0"/>
              <a:t>2000 MW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DE" dirty="0"/>
          </a:p>
          <a:p>
            <a:pPr lvl="1"/>
            <a:endParaRPr lang="en-DE" b="1" dirty="0"/>
          </a:p>
          <a:p>
            <a:pPr lvl="1"/>
            <a:endParaRPr lang="en-DE" b="1" dirty="0"/>
          </a:p>
          <a:p>
            <a:pPr lvl="1"/>
            <a:endParaRPr lang="en-US" dirty="0"/>
          </a:p>
          <a:p>
            <a:pPr marL="360000" lvl="3"/>
            <a:endParaRPr lang="en-DE" dirty="0"/>
          </a:p>
          <a:p>
            <a:pPr lvl="1"/>
            <a:endParaRPr lang="en-DE" dirty="0"/>
          </a:p>
          <a:p>
            <a:pPr lvl="1"/>
            <a:endParaRPr lang="en-US" dirty="0"/>
          </a:p>
        </p:txBody>
      </p:sp>
      <p:pic>
        <p:nvPicPr>
          <p:cNvPr id="4" name="Picture 3" descr="Close-up of a cable">
            <a:extLst>
              <a:ext uri="{FF2B5EF4-FFF2-40B4-BE49-F238E27FC236}">
                <a16:creationId xmlns:a16="http://schemas.microsoft.com/office/drawing/2014/main" id="{8DB5B8FC-0299-E31F-15A8-EBBAD5CB1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38" y="1625482"/>
            <a:ext cx="2708851" cy="2031638"/>
          </a:xfrm>
          <a:prstGeom prst="rect">
            <a:avLst/>
          </a:prstGeom>
        </p:spPr>
      </p:pic>
      <p:sp>
        <p:nvSpPr>
          <p:cNvPr id="9" name="Copy">
            <a:extLst>
              <a:ext uri="{FF2B5EF4-FFF2-40B4-BE49-F238E27FC236}">
                <a16:creationId xmlns:a16="http://schemas.microsoft.com/office/drawing/2014/main" id="{2014C258-D2A0-8478-0F7E-570B9A6A97AD}"/>
              </a:ext>
            </a:extLst>
          </p:cNvPr>
          <p:cNvSpPr txBox="1">
            <a:spLocks/>
          </p:cNvSpPr>
          <p:nvPr/>
        </p:nvSpPr>
        <p:spPr>
          <a:xfrm>
            <a:off x="3627792" y="2894967"/>
            <a:ext cx="1533223" cy="228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Font typeface="Arial" panose="020B0604020202020204" pitchFamily="34" charset="0"/>
              <a:buNone/>
            </a:pPr>
            <a:r>
              <a:rPr lang="en-US" sz="1100" dirty="0"/>
              <a:t>www.borealisgroup.com</a:t>
            </a:r>
          </a:p>
          <a:p>
            <a:pPr lvl="2" algn="ctr"/>
            <a:endParaRPr lang="de-DE" sz="1100" dirty="0"/>
          </a:p>
        </p:txBody>
      </p:sp>
      <p:pic>
        <p:nvPicPr>
          <p:cNvPr id="10" name="Picture 9" descr="Layers of an HVDC DC cable.">
            <a:extLst>
              <a:ext uri="{FF2B5EF4-FFF2-40B4-BE49-F238E27FC236}">
                <a16:creationId xmlns:a16="http://schemas.microsoft.com/office/drawing/2014/main" id="{3D3F2021-37D4-49EA-8B6C-73759B6F1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238" y="3657120"/>
            <a:ext cx="3981780" cy="294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7386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D87FA5F1-979F-9D65-8CB9-086FD5D4E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7EFD3020-542E-A687-8BC0-6703A6B2297F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Topology </a:t>
            </a:r>
            <a:r>
              <a:rPr lang="en-DE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comparisson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41D606D7-890B-DB1C-722D-CEEA614E8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457714"/>
              </p:ext>
            </p:extLst>
          </p:nvPr>
        </p:nvGraphicFramePr>
        <p:xfrm>
          <a:off x="336550" y="1910080"/>
          <a:ext cx="11518900" cy="30378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397250">
                  <a:extLst>
                    <a:ext uri="{9D8B030D-6E8A-4147-A177-3AD203B41FA5}">
                      <a16:colId xmlns:a16="http://schemas.microsoft.com/office/drawing/2014/main" val="2200192908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78526578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131881542"/>
                    </a:ext>
                  </a:extLst>
                </a:gridCol>
                <a:gridCol w="3016250">
                  <a:extLst>
                    <a:ext uri="{9D8B030D-6E8A-4147-A177-3AD203B41FA5}">
                      <a16:colId xmlns:a16="http://schemas.microsoft.com/office/drawing/2014/main" val="1024716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Symmetric Monopole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Rigid Bipole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Bipole with Metallic Return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078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DC conductors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67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Power transmission in case of converter fault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0 %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50 %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50 %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200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Power transmission in case of DC conductor fault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0 %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0 %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50 %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6016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Economical DC voltage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≤ </a:t>
                      </a:r>
                      <a:r>
                        <a:rPr lang="de-DE" dirty="0"/>
                        <a:t>400 kV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&gt; 500 kV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&gt; 500 kV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770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Costs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$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$$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$$$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82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Max. </a:t>
                      </a:r>
                      <a:r>
                        <a:rPr lang="en-US" dirty="0"/>
                        <a:t>P</a:t>
                      </a:r>
                      <a:r>
                        <a:rPr lang="en-DE" dirty="0" err="1"/>
                        <a:t>ower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1400 MW (320 kV)</a:t>
                      </a:r>
                    </a:p>
                    <a:p>
                      <a:pPr algn="ctr"/>
                      <a:r>
                        <a:rPr lang="en-DE" dirty="0"/>
                        <a:t>1500 MW (400 kV)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2000 MW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3000 MW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680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34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910</Words>
  <Application>Microsoft Office PowerPoint</Application>
  <PresentationFormat>Widescreen</PresentationFormat>
  <Paragraphs>254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Cambria Math</vt:lpstr>
      <vt:lpstr>Courier New</vt:lpstr>
      <vt:lpstr>Wingdings</vt:lpstr>
      <vt:lpstr>Office Theme</vt:lpstr>
      <vt:lpstr>Module 03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Martinec, Timothy J</dc:creator>
  <cp:lastModifiedBy>Starschich, Eugen</cp:lastModifiedBy>
  <cp:revision>1</cp:revision>
  <dcterms:created xsi:type="dcterms:W3CDTF">2023-06-22T15:25:22Z</dcterms:created>
  <dcterms:modified xsi:type="dcterms:W3CDTF">2025-09-19T01:48:25Z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C589C268-8DEE-4D59-8D5A-C35DC686A5A4</vt:lpwstr>
  </property>
  <property fmtid="{D5CDD505-2E9C-101B-9397-08002B2CF9AE}" pid="3" name="ArticulatePath">
    <vt:lpwstr>MGMT-330-01</vt:lpwstr>
  </property>
  <property fmtid="{D5CDD505-2E9C-101B-9397-08002B2CF9AE}" pid="4" name="MSIP_Label_36791f77-3d39-4d72-9277-ac879ec799ed_Enabled">
    <vt:lpwstr>true</vt:lpwstr>
  </property>
  <property fmtid="{D5CDD505-2E9C-101B-9397-08002B2CF9AE}" pid="5" name="MSIP_Label_36791f77-3d39-4d72-9277-ac879ec799ed_SetDate">
    <vt:lpwstr>2025-03-27T22:55:25Z</vt:lpwstr>
  </property>
  <property fmtid="{D5CDD505-2E9C-101B-9397-08002B2CF9AE}" pid="6" name="MSIP_Label_36791f77-3d39-4d72-9277-ac879ec799ed_Method">
    <vt:lpwstr>Standard</vt:lpwstr>
  </property>
  <property fmtid="{D5CDD505-2E9C-101B-9397-08002B2CF9AE}" pid="7" name="MSIP_Label_36791f77-3d39-4d72-9277-ac879ec799ed_Name">
    <vt:lpwstr>restricted-default</vt:lpwstr>
  </property>
  <property fmtid="{D5CDD505-2E9C-101B-9397-08002B2CF9AE}" pid="8" name="MSIP_Label_36791f77-3d39-4d72-9277-ac879ec799ed_SiteId">
    <vt:lpwstr>254ba93e-1f6f-48f3-90e6-e2766664b477</vt:lpwstr>
  </property>
  <property fmtid="{D5CDD505-2E9C-101B-9397-08002B2CF9AE}" pid="9" name="MSIP_Label_36791f77-3d39-4d72-9277-ac879ec799ed_ActionId">
    <vt:lpwstr>b95c3f1c-1a69-4d46-8df3-4f1ad4cb0777</vt:lpwstr>
  </property>
  <property fmtid="{D5CDD505-2E9C-101B-9397-08002B2CF9AE}" pid="10" name="MSIP_Label_36791f77-3d39-4d72-9277-ac879ec799ed_ContentBits">
    <vt:lpwstr>0</vt:lpwstr>
  </property>
  <property fmtid="{D5CDD505-2E9C-101B-9397-08002B2CF9AE}" pid="11" name="MSIP_Label_36791f77-3d39-4d72-9277-ac879ec799ed_Tag">
    <vt:lpwstr>10, 3, 0, 1</vt:lpwstr>
  </property>
</Properties>
</file>