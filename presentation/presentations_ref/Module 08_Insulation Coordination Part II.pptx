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88" r:id="rId4"/>
    <p:sldId id="257" r:id="rId5"/>
    <p:sldId id="280" r:id="rId6"/>
    <p:sldId id="289" r:id="rId7"/>
    <p:sldId id="291" r:id="rId8"/>
    <p:sldId id="290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+qktsmFGBo0zLgoHKOMLnb4YX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932A5B-B470-4334-8BE7-419F5BC28E70}" v="351" dt="2025-04-24T22:52:30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8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9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schich, Eugen" userId="26490f84-3a52-4393-8e46-f0cdfb6c1e50" providerId="ADAL" clId="{DB9C58C4-57B5-420C-9F3E-29DFCB56FB01}"/>
    <pc:docChg chg="custSel addSld modSld">
      <pc:chgData name="Starschich, Eugen" userId="26490f84-3a52-4393-8e46-f0cdfb6c1e50" providerId="ADAL" clId="{DB9C58C4-57B5-420C-9F3E-29DFCB56FB01}" dt="2025-04-11T13:42:12.042" v="587" actId="20577"/>
      <pc:docMkLst>
        <pc:docMk/>
      </pc:docMkLst>
      <pc:sldChg chg="addSp delSp modSp add mod">
        <pc:chgData name="Starschich, Eugen" userId="26490f84-3a52-4393-8e46-f0cdfb6c1e50" providerId="ADAL" clId="{DB9C58C4-57B5-420C-9F3E-29DFCB56FB01}" dt="2025-04-11T13:42:12.042" v="587" actId="20577"/>
        <pc:sldMkLst>
          <pc:docMk/>
          <pc:sldMk cId="2712047640" sldId="287"/>
        </pc:sldMkLst>
      </pc:sldChg>
    </pc:docChg>
  </pc:docChgLst>
  <pc:docChgLst>
    <pc:chgData name="Starschich, Eugen" userId="26490f84-3a52-4393-8e46-f0cdfb6c1e50" providerId="ADAL" clId="{F5932A5B-B470-4334-8BE7-419F5BC28E70}"/>
    <pc:docChg chg="undo custSel addSld delSld modSld sldOrd">
      <pc:chgData name="Starschich, Eugen" userId="26490f84-3a52-4393-8e46-f0cdfb6c1e50" providerId="ADAL" clId="{F5932A5B-B470-4334-8BE7-419F5BC28E70}" dt="2025-04-24T22:53:05.895" v="7281" actId="404"/>
      <pc:docMkLst>
        <pc:docMk/>
      </pc:docMkLst>
      <pc:sldChg chg="modSp mod">
        <pc:chgData name="Starschich, Eugen" userId="26490f84-3a52-4393-8e46-f0cdfb6c1e50" providerId="ADAL" clId="{F5932A5B-B470-4334-8BE7-419F5BC28E70}" dt="2025-04-24T21:50:28.274" v="5372" actId="20577"/>
        <pc:sldMkLst>
          <pc:docMk/>
          <pc:sldMk cId="0" sldId="256"/>
        </pc:sldMkLst>
        <pc:spChg chg="mod">
          <ac:chgData name="Starschich, Eugen" userId="26490f84-3a52-4393-8e46-f0cdfb6c1e50" providerId="ADAL" clId="{F5932A5B-B470-4334-8BE7-419F5BC28E70}" dt="2025-04-24T21:50:28.274" v="5372" actId="20577"/>
          <ac:spMkLst>
            <pc:docMk/>
            <pc:sldMk cId="0" sldId="256"/>
            <ac:spMk id="64" creationId="{00000000-0000-0000-0000-000000000000}"/>
          </ac:spMkLst>
        </pc:spChg>
        <pc:spChg chg="mod">
          <ac:chgData name="Starschich, Eugen" userId="26490f84-3a52-4393-8e46-f0cdfb6c1e50" providerId="ADAL" clId="{F5932A5B-B470-4334-8BE7-419F5BC28E70}" dt="2025-04-24T01:36:44.343" v="7" actId="20577"/>
          <ac:spMkLst>
            <pc:docMk/>
            <pc:sldMk cId="0" sldId="256"/>
            <ac:spMk id="65" creationId="{00000000-0000-0000-0000-000000000000}"/>
          </ac:spMkLst>
        </pc:spChg>
      </pc:sldChg>
      <pc:sldChg chg="addSp delSp modSp mod">
        <pc:chgData name="Starschich, Eugen" userId="26490f84-3a52-4393-8e46-f0cdfb6c1e50" providerId="ADAL" clId="{F5932A5B-B470-4334-8BE7-419F5BC28E70}" dt="2025-04-24T16:11:06.270" v="1759" actId="14100"/>
        <pc:sldMkLst>
          <pc:docMk/>
          <pc:sldMk cId="0" sldId="257"/>
        </pc:sldMkLst>
        <pc:spChg chg="del">
          <ac:chgData name="Starschich, Eugen" userId="26490f84-3a52-4393-8e46-f0cdfb6c1e50" providerId="ADAL" clId="{F5932A5B-B470-4334-8BE7-419F5BC28E70}" dt="2025-04-24T01:43:23.519" v="151" actId="478"/>
          <ac:spMkLst>
            <pc:docMk/>
            <pc:sldMk cId="0" sldId="257"/>
            <ac:spMk id="2" creationId="{5BCAF3C6-AF75-14CE-6237-C29D9614462C}"/>
          </ac:spMkLst>
        </pc:spChg>
        <pc:spChg chg="del">
          <ac:chgData name="Starschich, Eugen" userId="26490f84-3a52-4393-8e46-f0cdfb6c1e50" providerId="ADAL" clId="{F5932A5B-B470-4334-8BE7-419F5BC28E70}" dt="2025-04-24T01:43:25.807" v="152" actId="478"/>
          <ac:spMkLst>
            <pc:docMk/>
            <pc:sldMk cId="0" sldId="257"/>
            <ac:spMk id="3" creationId="{7E3758DB-7FCE-7E19-D3DD-26496AC9A026}"/>
          </ac:spMkLst>
        </pc:spChg>
        <pc:spChg chg="add mod">
          <ac:chgData name="Starschich, Eugen" userId="26490f84-3a52-4393-8e46-f0cdfb6c1e50" providerId="ADAL" clId="{F5932A5B-B470-4334-8BE7-419F5BC28E70}" dt="2025-04-24T16:11:06.270" v="1759" actId="14100"/>
          <ac:spMkLst>
            <pc:docMk/>
            <pc:sldMk cId="0" sldId="257"/>
            <ac:spMk id="6" creationId="{0D440B77-CAA9-8BF5-0F79-2C0605C3249A}"/>
          </ac:spMkLst>
        </pc:spChg>
        <pc:spChg chg="mod">
          <ac:chgData name="Starschich, Eugen" userId="26490f84-3a52-4393-8e46-f0cdfb6c1e50" providerId="ADAL" clId="{F5932A5B-B470-4334-8BE7-419F5BC28E70}" dt="2025-04-24T01:44:05.152" v="206" actId="20577"/>
          <ac:spMkLst>
            <pc:docMk/>
            <pc:sldMk cId="0" sldId="257"/>
            <ac:spMk id="70" creationId="{00000000-0000-0000-0000-000000000000}"/>
          </ac:spMkLst>
        </pc:spChg>
        <pc:picChg chg="add mod">
          <ac:chgData name="Starschich, Eugen" userId="26490f84-3a52-4393-8e46-f0cdfb6c1e50" providerId="ADAL" clId="{F5932A5B-B470-4334-8BE7-419F5BC28E70}" dt="2025-04-24T01:44:09.005" v="207" actId="1076"/>
          <ac:picMkLst>
            <pc:docMk/>
            <pc:sldMk cId="0" sldId="257"/>
            <ac:picMk id="5" creationId="{BD6048D2-7043-7537-AD6B-0827539CD214}"/>
          </ac:picMkLst>
        </pc:picChg>
      </pc:sldChg>
      <pc:sldChg chg="addSp delSp modSp mod ord">
        <pc:chgData name="Starschich, Eugen" userId="26490f84-3a52-4393-8e46-f0cdfb6c1e50" providerId="ADAL" clId="{F5932A5B-B470-4334-8BE7-419F5BC28E70}" dt="2025-04-24T15:34:01.207" v="840" actId="1036"/>
        <pc:sldMkLst>
          <pc:docMk/>
          <pc:sldMk cId="0" sldId="258"/>
        </pc:sldMkLst>
        <pc:spChg chg="add mod">
          <ac:chgData name="Starschich, Eugen" userId="26490f84-3a52-4393-8e46-f0cdfb6c1e50" providerId="ADAL" clId="{F5932A5B-B470-4334-8BE7-419F5BC28E70}" dt="2025-04-24T15:33:28.900" v="812" actId="20577"/>
          <ac:spMkLst>
            <pc:docMk/>
            <pc:sldMk cId="0" sldId="258"/>
            <ac:spMk id="2" creationId="{8C61C25D-5BF7-BBEC-B833-943025CA5F1A}"/>
          </ac:spMkLst>
        </pc:spChg>
        <pc:spChg chg="del">
          <ac:chgData name="Starschich, Eugen" userId="26490f84-3a52-4393-8e46-f0cdfb6c1e50" providerId="ADAL" clId="{F5932A5B-B470-4334-8BE7-419F5BC28E70}" dt="2025-04-24T01:45:30.761" v="258" actId="478"/>
          <ac:spMkLst>
            <pc:docMk/>
            <pc:sldMk cId="0" sldId="258"/>
            <ac:spMk id="4" creationId="{EA6DB7E4-113E-5A2E-4BAF-DC5668F3DB9F}"/>
          </ac:spMkLst>
        </pc:spChg>
        <pc:spChg chg="add mod">
          <ac:chgData name="Starschich, Eugen" userId="26490f84-3a52-4393-8e46-f0cdfb6c1e50" providerId="ADAL" clId="{F5932A5B-B470-4334-8BE7-419F5BC28E70}" dt="2025-04-24T15:34:01.207" v="840" actId="1036"/>
          <ac:spMkLst>
            <pc:docMk/>
            <pc:sldMk cId="0" sldId="258"/>
            <ac:spMk id="9" creationId="{B24DBAC7-2ECF-F831-7F77-EA21CD9819C1}"/>
          </ac:spMkLst>
        </pc:spChg>
        <pc:spChg chg="mod">
          <ac:chgData name="Starschich, Eugen" userId="26490f84-3a52-4393-8e46-f0cdfb6c1e50" providerId="ADAL" clId="{F5932A5B-B470-4334-8BE7-419F5BC28E70}" dt="2025-04-24T13:37:56.017" v="263" actId="6549"/>
          <ac:spMkLst>
            <pc:docMk/>
            <pc:sldMk cId="0" sldId="258"/>
            <ac:spMk id="78" creationId="{00000000-0000-0000-0000-000000000000}"/>
          </ac:spMkLst>
        </pc:spChg>
        <pc:picChg chg="del">
          <ac:chgData name="Starschich, Eugen" userId="26490f84-3a52-4393-8e46-f0cdfb6c1e50" providerId="ADAL" clId="{F5932A5B-B470-4334-8BE7-419F5BC28E70}" dt="2025-04-24T01:45:28.415" v="256" actId="478"/>
          <ac:picMkLst>
            <pc:docMk/>
            <pc:sldMk cId="0" sldId="258"/>
            <ac:picMk id="3" creationId="{B6081692-6AE9-4B01-4F51-5A6673B88A57}"/>
          </ac:picMkLst>
        </pc:picChg>
        <pc:picChg chg="del">
          <ac:chgData name="Starschich, Eugen" userId="26490f84-3a52-4393-8e46-f0cdfb6c1e50" providerId="ADAL" clId="{F5932A5B-B470-4334-8BE7-419F5BC28E70}" dt="2025-04-24T01:45:29.110" v="257" actId="478"/>
          <ac:picMkLst>
            <pc:docMk/>
            <pc:sldMk cId="0" sldId="258"/>
            <ac:picMk id="6" creationId="{93451EC6-F1F8-AD26-B824-8F66110F67F6}"/>
          </ac:picMkLst>
        </pc:picChg>
        <pc:picChg chg="add mod">
          <ac:chgData name="Starschich, Eugen" userId="26490f84-3a52-4393-8e46-f0cdfb6c1e50" providerId="ADAL" clId="{F5932A5B-B470-4334-8BE7-419F5BC28E70}" dt="2025-04-24T15:34:01.207" v="840" actId="1036"/>
          <ac:picMkLst>
            <pc:docMk/>
            <pc:sldMk cId="0" sldId="258"/>
            <ac:picMk id="7" creationId="{7FB5B30C-4826-820A-7E42-029375891277}"/>
          </ac:picMkLst>
        </pc:picChg>
      </pc:sldChg>
      <pc:sldChg chg="addSp delSp modSp mod">
        <pc:chgData name="Starschich, Eugen" userId="26490f84-3a52-4393-8e46-f0cdfb6c1e50" providerId="ADAL" clId="{F5932A5B-B470-4334-8BE7-419F5BC28E70}" dt="2025-04-24T18:22:06.007" v="2037" actId="20577"/>
        <pc:sldMkLst>
          <pc:docMk/>
          <pc:sldMk cId="86807171" sldId="280"/>
        </pc:sldMkLst>
        <pc:spChg chg="add mod">
          <ac:chgData name="Starschich, Eugen" userId="26490f84-3a52-4393-8e46-f0cdfb6c1e50" providerId="ADAL" clId="{F5932A5B-B470-4334-8BE7-419F5BC28E70}" dt="2025-04-24T16:10:45.609" v="1756" actId="404"/>
          <ac:spMkLst>
            <pc:docMk/>
            <pc:sldMk cId="86807171" sldId="280"/>
            <ac:spMk id="6" creationId="{9E05214C-873C-20AB-0861-9AB2B44FEB96}"/>
          </ac:spMkLst>
        </pc:spChg>
        <pc:spChg chg="add mod">
          <ac:chgData name="Starschich, Eugen" userId="26490f84-3a52-4393-8e46-f0cdfb6c1e50" providerId="ADAL" clId="{F5932A5B-B470-4334-8BE7-419F5BC28E70}" dt="2025-04-24T18:22:06.007" v="2037" actId="20577"/>
          <ac:spMkLst>
            <pc:docMk/>
            <pc:sldMk cId="86807171" sldId="280"/>
            <ac:spMk id="7" creationId="{2DD6C2C2-E3F6-9A3C-1462-5C1EF2F9DD87}"/>
          </ac:spMkLst>
        </pc:spChg>
        <pc:spChg chg="mod">
          <ac:chgData name="Starschich, Eugen" userId="26490f84-3a52-4393-8e46-f0cdfb6c1e50" providerId="ADAL" clId="{F5932A5B-B470-4334-8BE7-419F5BC28E70}" dt="2025-04-24T01:37:57.408" v="31" actId="20577"/>
          <ac:spMkLst>
            <pc:docMk/>
            <pc:sldMk cId="86807171" sldId="280"/>
            <ac:spMk id="70" creationId="{B867C5C1-2086-AEB4-FF18-ED3D8126A019}"/>
          </ac:spMkLst>
        </pc:spChg>
        <pc:picChg chg="add mod">
          <ac:chgData name="Starschich, Eugen" userId="26490f84-3a52-4393-8e46-f0cdfb6c1e50" providerId="ADAL" clId="{F5932A5B-B470-4334-8BE7-419F5BC28E70}" dt="2025-04-24T01:38:57.846" v="50" actId="1076"/>
          <ac:picMkLst>
            <pc:docMk/>
            <pc:sldMk cId="86807171" sldId="280"/>
            <ac:picMk id="3" creationId="{EB4A3649-FFD6-8771-6559-20B09AF2F137}"/>
          </ac:picMkLst>
        </pc:picChg>
        <pc:picChg chg="del">
          <ac:chgData name="Starschich, Eugen" userId="26490f84-3a52-4393-8e46-f0cdfb6c1e50" providerId="ADAL" clId="{F5932A5B-B470-4334-8BE7-419F5BC28E70}" dt="2025-04-24T01:37:59.449" v="32" actId="478"/>
          <ac:picMkLst>
            <pc:docMk/>
            <pc:sldMk cId="86807171" sldId="280"/>
            <ac:picMk id="5" creationId="{F9676632-9D8C-D1E5-CAB9-BCEE109CE943}"/>
          </ac:picMkLst>
        </pc:picChg>
      </pc:sldChg>
      <pc:sldChg chg="del">
        <pc:chgData name="Starschich, Eugen" userId="26490f84-3a52-4393-8e46-f0cdfb6c1e50" providerId="ADAL" clId="{F5932A5B-B470-4334-8BE7-419F5BC28E70}" dt="2025-04-24T18:23:21.746" v="2038" actId="47"/>
        <pc:sldMkLst>
          <pc:docMk/>
          <pc:sldMk cId="1167836922" sldId="281"/>
        </pc:sldMkLst>
      </pc:sldChg>
      <pc:sldChg chg="del">
        <pc:chgData name="Starschich, Eugen" userId="26490f84-3a52-4393-8e46-f0cdfb6c1e50" providerId="ADAL" clId="{F5932A5B-B470-4334-8BE7-419F5BC28E70}" dt="2025-04-24T18:23:21.746" v="2038" actId="47"/>
        <pc:sldMkLst>
          <pc:docMk/>
          <pc:sldMk cId="999728900" sldId="282"/>
        </pc:sldMkLst>
      </pc:sldChg>
      <pc:sldChg chg="del">
        <pc:chgData name="Starschich, Eugen" userId="26490f84-3a52-4393-8e46-f0cdfb6c1e50" providerId="ADAL" clId="{F5932A5B-B470-4334-8BE7-419F5BC28E70}" dt="2025-04-24T18:23:21.746" v="2038" actId="47"/>
        <pc:sldMkLst>
          <pc:docMk/>
          <pc:sldMk cId="291244002" sldId="283"/>
        </pc:sldMkLst>
      </pc:sldChg>
      <pc:sldChg chg="del">
        <pc:chgData name="Starschich, Eugen" userId="26490f84-3a52-4393-8e46-f0cdfb6c1e50" providerId="ADAL" clId="{F5932A5B-B470-4334-8BE7-419F5BC28E70}" dt="2025-04-24T18:23:21.746" v="2038" actId="47"/>
        <pc:sldMkLst>
          <pc:docMk/>
          <pc:sldMk cId="3844369921" sldId="284"/>
        </pc:sldMkLst>
      </pc:sldChg>
      <pc:sldChg chg="del">
        <pc:chgData name="Starschich, Eugen" userId="26490f84-3a52-4393-8e46-f0cdfb6c1e50" providerId="ADAL" clId="{F5932A5B-B470-4334-8BE7-419F5BC28E70}" dt="2025-04-24T18:23:21.746" v="2038" actId="47"/>
        <pc:sldMkLst>
          <pc:docMk/>
          <pc:sldMk cId="3865917577" sldId="285"/>
        </pc:sldMkLst>
      </pc:sldChg>
      <pc:sldChg chg="del">
        <pc:chgData name="Starschich, Eugen" userId="26490f84-3a52-4393-8e46-f0cdfb6c1e50" providerId="ADAL" clId="{F5932A5B-B470-4334-8BE7-419F5BC28E70}" dt="2025-04-24T18:23:21.746" v="2038" actId="47"/>
        <pc:sldMkLst>
          <pc:docMk/>
          <pc:sldMk cId="764706609" sldId="286"/>
        </pc:sldMkLst>
      </pc:sldChg>
      <pc:sldChg chg="del">
        <pc:chgData name="Starschich, Eugen" userId="26490f84-3a52-4393-8e46-f0cdfb6c1e50" providerId="ADAL" clId="{F5932A5B-B470-4334-8BE7-419F5BC28E70}" dt="2025-04-24T18:23:21.746" v="2038" actId="47"/>
        <pc:sldMkLst>
          <pc:docMk/>
          <pc:sldMk cId="2712047640" sldId="287"/>
        </pc:sldMkLst>
      </pc:sldChg>
      <pc:sldChg chg="addSp delSp modSp add mod">
        <pc:chgData name="Starschich, Eugen" userId="26490f84-3a52-4393-8e46-f0cdfb6c1e50" providerId="ADAL" clId="{F5932A5B-B470-4334-8BE7-419F5BC28E70}" dt="2025-04-24T15:58:13.037" v="1749" actId="27636"/>
        <pc:sldMkLst>
          <pc:docMk/>
          <pc:sldMk cId="3924975340" sldId="288"/>
        </pc:sldMkLst>
        <pc:spChg chg="mod">
          <ac:chgData name="Starschich, Eugen" userId="26490f84-3a52-4393-8e46-f0cdfb6c1e50" providerId="ADAL" clId="{F5932A5B-B470-4334-8BE7-419F5BC28E70}" dt="2025-04-24T15:58:13.037" v="1749" actId="27636"/>
          <ac:spMkLst>
            <pc:docMk/>
            <pc:sldMk cId="3924975340" sldId="288"/>
            <ac:spMk id="2" creationId="{44CB3750-382A-03A8-4007-285E0CFA174D}"/>
          </ac:spMkLst>
        </pc:spChg>
        <pc:spChg chg="add mod">
          <ac:chgData name="Starschich, Eugen" userId="26490f84-3a52-4393-8e46-f0cdfb6c1e50" providerId="ADAL" clId="{F5932A5B-B470-4334-8BE7-419F5BC28E70}" dt="2025-04-24T15:51:22.657" v="1047" actId="1076"/>
          <ac:spMkLst>
            <pc:docMk/>
            <pc:sldMk cId="3924975340" sldId="288"/>
            <ac:spMk id="6" creationId="{1A1124E6-315A-5FC7-3684-87D2973C452C}"/>
          </ac:spMkLst>
        </pc:spChg>
        <pc:spChg chg="del">
          <ac:chgData name="Starschich, Eugen" userId="26490f84-3a52-4393-8e46-f0cdfb6c1e50" providerId="ADAL" clId="{F5932A5B-B470-4334-8BE7-419F5BC28E70}" dt="2025-04-24T15:50:31.461" v="1033" actId="478"/>
          <ac:spMkLst>
            <pc:docMk/>
            <pc:sldMk cId="3924975340" sldId="288"/>
            <ac:spMk id="9" creationId="{59A7A5AA-C551-5B28-055A-56B7B46B4317}"/>
          </ac:spMkLst>
        </pc:spChg>
        <pc:picChg chg="add mod">
          <ac:chgData name="Starschich, Eugen" userId="26490f84-3a52-4393-8e46-f0cdfb6c1e50" providerId="ADAL" clId="{F5932A5B-B470-4334-8BE7-419F5BC28E70}" dt="2025-04-24T15:51:00.266" v="1037" actId="14100"/>
          <ac:picMkLst>
            <pc:docMk/>
            <pc:sldMk cId="3924975340" sldId="288"/>
            <ac:picMk id="4" creationId="{75931B3C-2D8B-8814-EA43-25C7D14D82E6}"/>
          </ac:picMkLst>
        </pc:picChg>
        <pc:picChg chg="del">
          <ac:chgData name="Starschich, Eugen" userId="26490f84-3a52-4393-8e46-f0cdfb6c1e50" providerId="ADAL" clId="{F5932A5B-B470-4334-8BE7-419F5BC28E70}" dt="2025-04-24T15:50:28.102" v="1032" actId="478"/>
          <ac:picMkLst>
            <pc:docMk/>
            <pc:sldMk cId="3924975340" sldId="288"/>
            <ac:picMk id="7" creationId="{38BDBA04-32AA-0B75-E247-DA3C0664FC20}"/>
          </ac:picMkLst>
        </pc:picChg>
      </pc:sldChg>
      <pc:sldChg chg="addSp delSp modSp add mod">
        <pc:chgData name="Starschich, Eugen" userId="26490f84-3a52-4393-8e46-f0cdfb6c1e50" providerId="ADAL" clId="{F5932A5B-B470-4334-8BE7-419F5BC28E70}" dt="2025-04-24T22:40:38.820" v="6759" actId="14100"/>
        <pc:sldMkLst>
          <pc:docMk/>
          <pc:sldMk cId="1940547487" sldId="289"/>
        </pc:sldMkLst>
        <pc:spChg chg="add mod">
          <ac:chgData name="Starschich, Eugen" userId="26490f84-3a52-4393-8e46-f0cdfb6c1e50" providerId="ADAL" clId="{F5932A5B-B470-4334-8BE7-419F5BC28E70}" dt="2025-04-24T22:40:38.820" v="6759" actId="14100"/>
          <ac:spMkLst>
            <pc:docMk/>
            <pc:sldMk cId="1940547487" sldId="289"/>
            <ac:spMk id="5" creationId="{E604EB3F-2BF9-57CD-1333-64846DFADF2E}"/>
          </ac:spMkLst>
        </pc:spChg>
        <pc:spChg chg="mod">
          <ac:chgData name="Starschich, Eugen" userId="26490f84-3a52-4393-8e46-f0cdfb6c1e50" providerId="ADAL" clId="{F5932A5B-B470-4334-8BE7-419F5BC28E70}" dt="2025-04-24T18:59:10.032" v="2073" actId="1076"/>
          <ac:spMkLst>
            <pc:docMk/>
            <pc:sldMk cId="1940547487" sldId="289"/>
            <ac:spMk id="6" creationId="{540DB0B7-908A-9632-5F40-327E1DE579A1}"/>
          </ac:spMkLst>
        </pc:spChg>
        <pc:spChg chg="del">
          <ac:chgData name="Starschich, Eugen" userId="26490f84-3a52-4393-8e46-f0cdfb6c1e50" providerId="ADAL" clId="{F5932A5B-B470-4334-8BE7-419F5BC28E70}" dt="2025-04-24T18:24:51.025" v="2068" actId="478"/>
          <ac:spMkLst>
            <pc:docMk/>
            <pc:sldMk cId="1940547487" sldId="289"/>
            <ac:spMk id="7" creationId="{14238064-1D44-386F-0D05-1CD8077D9061}"/>
          </ac:spMkLst>
        </pc:spChg>
        <pc:spChg chg="mod">
          <ac:chgData name="Starschich, Eugen" userId="26490f84-3a52-4393-8e46-f0cdfb6c1e50" providerId="ADAL" clId="{F5932A5B-B470-4334-8BE7-419F5BC28E70}" dt="2025-04-24T18:24:44.720" v="2066" actId="20577"/>
          <ac:spMkLst>
            <pc:docMk/>
            <pc:sldMk cId="1940547487" sldId="289"/>
            <ac:spMk id="70" creationId="{D4D6FE04-8549-A81D-38FE-93722DE1D481}"/>
          </ac:spMkLst>
        </pc:spChg>
        <pc:picChg chg="del">
          <ac:chgData name="Starschich, Eugen" userId="26490f84-3a52-4393-8e46-f0cdfb6c1e50" providerId="ADAL" clId="{F5932A5B-B470-4334-8BE7-419F5BC28E70}" dt="2025-04-24T18:24:47.520" v="2067" actId="478"/>
          <ac:picMkLst>
            <pc:docMk/>
            <pc:sldMk cId="1940547487" sldId="289"/>
            <ac:picMk id="3" creationId="{CE59A50B-19FA-A8E5-88D6-93AF1073E1C7}"/>
          </ac:picMkLst>
        </pc:picChg>
        <pc:picChg chg="add mod">
          <ac:chgData name="Starschich, Eugen" userId="26490f84-3a52-4393-8e46-f0cdfb6c1e50" providerId="ADAL" clId="{F5932A5B-B470-4334-8BE7-419F5BC28E70}" dt="2025-04-24T18:59:10.032" v="2073" actId="1076"/>
          <ac:picMkLst>
            <pc:docMk/>
            <pc:sldMk cId="1940547487" sldId="289"/>
            <ac:picMk id="4" creationId="{5865098A-BBF1-8C01-B662-CB705401BB7E}"/>
          </ac:picMkLst>
        </pc:picChg>
      </pc:sldChg>
      <pc:sldChg chg="addSp delSp modSp add mod">
        <pc:chgData name="Starschich, Eugen" userId="26490f84-3a52-4393-8e46-f0cdfb6c1e50" providerId="ADAL" clId="{F5932A5B-B470-4334-8BE7-419F5BC28E70}" dt="2025-04-24T19:44:06.138" v="3763" actId="20577"/>
        <pc:sldMkLst>
          <pc:docMk/>
          <pc:sldMk cId="3623423695" sldId="290"/>
        </pc:sldMkLst>
        <pc:spChg chg="mod">
          <ac:chgData name="Starschich, Eugen" userId="26490f84-3a52-4393-8e46-f0cdfb6c1e50" providerId="ADAL" clId="{F5932A5B-B470-4334-8BE7-419F5BC28E70}" dt="2025-04-24T19:44:06.138" v="3763" actId="20577"/>
          <ac:spMkLst>
            <pc:docMk/>
            <pc:sldMk cId="3623423695" sldId="290"/>
            <ac:spMk id="5" creationId="{309FB8D7-C2E1-5C6F-8583-B9788A5E82DF}"/>
          </ac:spMkLst>
        </pc:spChg>
        <pc:spChg chg="mod">
          <ac:chgData name="Starschich, Eugen" userId="26490f84-3a52-4393-8e46-f0cdfb6c1e50" providerId="ADAL" clId="{F5932A5B-B470-4334-8BE7-419F5BC28E70}" dt="2025-04-24T19:33:54.435" v="2974" actId="1076"/>
          <ac:spMkLst>
            <pc:docMk/>
            <pc:sldMk cId="3623423695" sldId="290"/>
            <ac:spMk id="6" creationId="{F59701E6-C806-EABE-8A05-0DD6BA7495B7}"/>
          </ac:spMkLst>
        </pc:spChg>
        <pc:spChg chg="mod">
          <ac:chgData name="Starschich, Eugen" userId="26490f84-3a52-4393-8e46-f0cdfb6c1e50" providerId="ADAL" clId="{F5932A5B-B470-4334-8BE7-419F5BC28E70}" dt="2025-04-24T19:43:23.538" v="3761" actId="27636"/>
          <ac:spMkLst>
            <pc:docMk/>
            <pc:sldMk cId="3623423695" sldId="290"/>
            <ac:spMk id="70" creationId="{DB3C0672-25C7-2306-D59E-C9ED110156E9}"/>
          </ac:spMkLst>
        </pc:spChg>
        <pc:picChg chg="add mod">
          <ac:chgData name="Starschich, Eugen" userId="26490f84-3a52-4393-8e46-f0cdfb6c1e50" providerId="ADAL" clId="{F5932A5B-B470-4334-8BE7-419F5BC28E70}" dt="2025-04-24T19:36:26.523" v="2977" actId="1076"/>
          <ac:picMkLst>
            <pc:docMk/>
            <pc:sldMk cId="3623423695" sldId="290"/>
            <ac:picMk id="3" creationId="{72C1DD82-4036-D071-221A-AFEA53D2289A}"/>
          </ac:picMkLst>
        </pc:picChg>
        <pc:picChg chg="del">
          <ac:chgData name="Starschich, Eugen" userId="26490f84-3a52-4393-8e46-f0cdfb6c1e50" providerId="ADAL" clId="{F5932A5B-B470-4334-8BE7-419F5BC28E70}" dt="2025-04-24T19:29:13.827" v="2532" actId="478"/>
          <ac:picMkLst>
            <pc:docMk/>
            <pc:sldMk cId="3623423695" sldId="290"/>
            <ac:picMk id="4" creationId="{324F4AFF-5144-6A67-802A-B2A9BF07C82E}"/>
          </ac:picMkLst>
        </pc:picChg>
        <pc:picChg chg="add del mod">
          <ac:chgData name="Starschich, Eugen" userId="26490f84-3a52-4393-8e46-f0cdfb6c1e50" providerId="ADAL" clId="{F5932A5B-B470-4334-8BE7-419F5BC28E70}" dt="2025-04-24T19:33:05.763" v="2971" actId="478"/>
          <ac:picMkLst>
            <pc:docMk/>
            <pc:sldMk cId="3623423695" sldId="290"/>
            <ac:picMk id="8" creationId="{125B0EC9-4C2A-FCB7-69FF-2734CF4611B8}"/>
          </ac:picMkLst>
        </pc:picChg>
      </pc:sldChg>
      <pc:sldChg chg="delSp modSp add mod ord">
        <pc:chgData name="Starschich, Eugen" userId="26490f84-3a52-4393-8e46-f0cdfb6c1e50" providerId="ADAL" clId="{F5932A5B-B470-4334-8BE7-419F5BC28E70}" dt="2025-04-24T19:42:47.046" v="3736" actId="27636"/>
        <pc:sldMkLst>
          <pc:docMk/>
          <pc:sldMk cId="1769546106" sldId="291"/>
        </pc:sldMkLst>
        <pc:spChg chg="mod">
          <ac:chgData name="Starschich, Eugen" userId="26490f84-3a52-4393-8e46-f0cdfb6c1e50" providerId="ADAL" clId="{F5932A5B-B470-4334-8BE7-419F5BC28E70}" dt="2025-04-24T19:36:16.690" v="2976" actId="20577"/>
          <ac:spMkLst>
            <pc:docMk/>
            <pc:sldMk cId="1769546106" sldId="291"/>
            <ac:spMk id="5" creationId="{634D5CD8-671D-E692-65ED-3CE80F89C5A9}"/>
          </ac:spMkLst>
        </pc:spChg>
        <pc:spChg chg="mod">
          <ac:chgData name="Starschich, Eugen" userId="26490f84-3a52-4393-8e46-f0cdfb6c1e50" providerId="ADAL" clId="{F5932A5B-B470-4334-8BE7-419F5BC28E70}" dt="2025-04-24T19:32:57.887" v="2968" actId="1076"/>
          <ac:spMkLst>
            <pc:docMk/>
            <pc:sldMk cId="1769546106" sldId="291"/>
            <ac:spMk id="6" creationId="{3F526AAB-909F-B67B-845F-CCAC72F0323A}"/>
          </ac:spMkLst>
        </pc:spChg>
        <pc:spChg chg="mod">
          <ac:chgData name="Starschich, Eugen" userId="26490f84-3a52-4393-8e46-f0cdfb6c1e50" providerId="ADAL" clId="{F5932A5B-B470-4334-8BE7-419F5BC28E70}" dt="2025-04-24T19:42:47.046" v="3736" actId="27636"/>
          <ac:spMkLst>
            <pc:docMk/>
            <pc:sldMk cId="1769546106" sldId="291"/>
            <ac:spMk id="70" creationId="{28401AD0-95F7-8167-FD98-412BB9535547}"/>
          </ac:spMkLst>
        </pc:spChg>
        <pc:picChg chg="del">
          <ac:chgData name="Starschich, Eugen" userId="26490f84-3a52-4393-8e46-f0cdfb6c1e50" providerId="ADAL" clId="{F5932A5B-B470-4334-8BE7-419F5BC28E70}" dt="2025-04-24T19:32:49.462" v="2964" actId="478"/>
          <ac:picMkLst>
            <pc:docMk/>
            <pc:sldMk cId="1769546106" sldId="291"/>
            <ac:picMk id="3" creationId="{38253DC3-6F00-4AAF-FA6B-A4B0DDB3C712}"/>
          </ac:picMkLst>
        </pc:picChg>
        <pc:picChg chg="mod">
          <ac:chgData name="Starschich, Eugen" userId="26490f84-3a52-4393-8e46-f0cdfb6c1e50" providerId="ADAL" clId="{F5932A5B-B470-4334-8BE7-419F5BC28E70}" dt="2025-04-24T19:32:54.821" v="2967" actId="1076"/>
          <ac:picMkLst>
            <pc:docMk/>
            <pc:sldMk cId="1769546106" sldId="291"/>
            <ac:picMk id="8" creationId="{35F11759-5701-9409-999F-CCD0FC7A3E9E}"/>
          </ac:picMkLst>
        </pc:picChg>
      </pc:sldChg>
      <pc:sldChg chg="addSp delSp modSp add mod">
        <pc:chgData name="Starschich, Eugen" userId="26490f84-3a52-4393-8e46-f0cdfb6c1e50" providerId="ADAL" clId="{F5932A5B-B470-4334-8BE7-419F5BC28E70}" dt="2025-04-24T19:57:23.044" v="4358" actId="20577"/>
        <pc:sldMkLst>
          <pc:docMk/>
          <pc:sldMk cId="544171078" sldId="292"/>
        </pc:sldMkLst>
        <pc:spChg chg="mod">
          <ac:chgData name="Starschich, Eugen" userId="26490f84-3a52-4393-8e46-f0cdfb6c1e50" providerId="ADAL" clId="{F5932A5B-B470-4334-8BE7-419F5BC28E70}" dt="2025-04-24T19:57:23.044" v="4358" actId="20577"/>
          <ac:spMkLst>
            <pc:docMk/>
            <pc:sldMk cId="544171078" sldId="292"/>
            <ac:spMk id="5" creationId="{BFDD2607-FC6D-29F6-9EF0-02F1F19AC6FA}"/>
          </ac:spMkLst>
        </pc:spChg>
        <pc:spChg chg="mod">
          <ac:chgData name="Starschich, Eugen" userId="26490f84-3a52-4393-8e46-f0cdfb6c1e50" providerId="ADAL" clId="{F5932A5B-B470-4334-8BE7-419F5BC28E70}" dt="2025-04-24T19:50:34.003" v="3837" actId="20577"/>
          <ac:spMkLst>
            <pc:docMk/>
            <pc:sldMk cId="544171078" sldId="292"/>
            <ac:spMk id="70" creationId="{51D97538-91E2-2D30-8264-489E355A90B7}"/>
          </ac:spMkLst>
        </pc:spChg>
        <pc:picChg chg="del">
          <ac:chgData name="Starschich, Eugen" userId="26490f84-3a52-4393-8e46-f0cdfb6c1e50" providerId="ADAL" clId="{F5932A5B-B470-4334-8BE7-419F5BC28E70}" dt="2025-04-24T19:46:13.728" v="3765" actId="478"/>
          <ac:picMkLst>
            <pc:docMk/>
            <pc:sldMk cId="544171078" sldId="292"/>
            <ac:picMk id="3" creationId="{8198EDB0-05B8-B19B-EDDF-0E533343E540}"/>
          </ac:picMkLst>
        </pc:picChg>
        <pc:picChg chg="add mod">
          <ac:chgData name="Starschich, Eugen" userId="26490f84-3a52-4393-8e46-f0cdfb6c1e50" providerId="ADAL" clId="{F5932A5B-B470-4334-8BE7-419F5BC28E70}" dt="2025-04-24T19:46:21.001" v="3769" actId="1076"/>
          <ac:picMkLst>
            <pc:docMk/>
            <pc:sldMk cId="544171078" sldId="292"/>
            <ac:picMk id="4" creationId="{8FE210FF-3F98-0003-183E-5784FF27BB95}"/>
          </ac:picMkLst>
        </pc:picChg>
      </pc:sldChg>
      <pc:sldChg chg="addSp delSp modSp add mod ord">
        <pc:chgData name="Starschich, Eugen" userId="26490f84-3a52-4393-8e46-f0cdfb6c1e50" providerId="ADAL" clId="{F5932A5B-B470-4334-8BE7-419F5BC28E70}" dt="2025-04-24T20:14:59.920" v="5110" actId="27636"/>
        <pc:sldMkLst>
          <pc:docMk/>
          <pc:sldMk cId="646611231" sldId="293"/>
        </pc:sldMkLst>
        <pc:spChg chg="mod">
          <ac:chgData name="Starschich, Eugen" userId="26490f84-3a52-4393-8e46-f0cdfb6c1e50" providerId="ADAL" clId="{F5932A5B-B470-4334-8BE7-419F5BC28E70}" dt="2025-04-24T20:14:59.920" v="5110" actId="27636"/>
          <ac:spMkLst>
            <pc:docMk/>
            <pc:sldMk cId="646611231" sldId="293"/>
            <ac:spMk id="2" creationId="{56E740CA-8A27-5219-71C2-A3BFB8EBD743}"/>
          </ac:spMkLst>
        </pc:spChg>
        <pc:spChg chg="add mod">
          <ac:chgData name="Starschich, Eugen" userId="26490f84-3a52-4393-8e46-f0cdfb6c1e50" providerId="ADAL" clId="{F5932A5B-B470-4334-8BE7-419F5BC28E70}" dt="2025-04-24T20:11:33.689" v="4678" actId="27636"/>
          <ac:spMkLst>
            <pc:docMk/>
            <pc:sldMk cId="646611231" sldId="293"/>
            <ac:spMk id="5" creationId="{0A5D1B2D-0EFB-F090-523F-28967EEBC76C}"/>
          </ac:spMkLst>
        </pc:spChg>
        <pc:spChg chg="del">
          <ac:chgData name="Starschich, Eugen" userId="26490f84-3a52-4393-8e46-f0cdfb6c1e50" providerId="ADAL" clId="{F5932A5B-B470-4334-8BE7-419F5BC28E70}" dt="2025-04-24T20:04:18.016" v="4360" actId="478"/>
          <ac:spMkLst>
            <pc:docMk/>
            <pc:sldMk cId="646611231" sldId="293"/>
            <ac:spMk id="9" creationId="{1E299D46-931E-18BA-EBE4-93F52F2B499C}"/>
          </ac:spMkLst>
        </pc:spChg>
        <pc:spChg chg="mod">
          <ac:chgData name="Starschich, Eugen" userId="26490f84-3a52-4393-8e46-f0cdfb6c1e50" providerId="ADAL" clId="{F5932A5B-B470-4334-8BE7-419F5BC28E70}" dt="2025-04-24T20:09:16.663" v="4638" actId="20577"/>
          <ac:spMkLst>
            <pc:docMk/>
            <pc:sldMk cId="646611231" sldId="293"/>
            <ac:spMk id="78" creationId="{DE3BFA6B-AF04-B9CB-19AA-3A112A60CA8A}"/>
          </ac:spMkLst>
        </pc:spChg>
        <pc:picChg chg="add mod">
          <ac:chgData name="Starschich, Eugen" userId="26490f84-3a52-4393-8e46-f0cdfb6c1e50" providerId="ADAL" clId="{F5932A5B-B470-4334-8BE7-419F5BC28E70}" dt="2025-04-24T20:09:14.438" v="4631" actId="1076"/>
          <ac:picMkLst>
            <pc:docMk/>
            <pc:sldMk cId="646611231" sldId="293"/>
            <ac:picMk id="4" creationId="{C7D60318-2D44-A70E-70C3-6FD0269D46E0}"/>
          </ac:picMkLst>
        </pc:picChg>
        <pc:picChg chg="del">
          <ac:chgData name="Starschich, Eugen" userId="26490f84-3a52-4393-8e46-f0cdfb6c1e50" providerId="ADAL" clId="{F5932A5B-B470-4334-8BE7-419F5BC28E70}" dt="2025-04-24T20:04:18.016" v="4360" actId="478"/>
          <ac:picMkLst>
            <pc:docMk/>
            <pc:sldMk cId="646611231" sldId="293"/>
            <ac:picMk id="7" creationId="{D89A2750-FD91-6878-CAC1-98B8BE9A08FC}"/>
          </ac:picMkLst>
        </pc:picChg>
      </pc:sldChg>
      <pc:sldChg chg="addSp delSp modSp add mod">
        <pc:chgData name="Starschich, Eugen" userId="26490f84-3a52-4393-8e46-f0cdfb6c1e50" providerId="ADAL" clId="{F5932A5B-B470-4334-8BE7-419F5BC28E70}" dt="2025-04-24T21:30:20.587" v="5171" actId="6549"/>
        <pc:sldMkLst>
          <pc:docMk/>
          <pc:sldMk cId="2665008032" sldId="294"/>
        </pc:sldMkLst>
        <pc:spChg chg="del">
          <ac:chgData name="Starschich, Eugen" userId="26490f84-3a52-4393-8e46-f0cdfb6c1e50" providerId="ADAL" clId="{F5932A5B-B470-4334-8BE7-419F5BC28E70}" dt="2025-04-24T21:28:51.641" v="5152" actId="478"/>
          <ac:spMkLst>
            <pc:docMk/>
            <pc:sldMk cId="2665008032" sldId="294"/>
            <ac:spMk id="2" creationId="{6E5BA359-86E5-7926-B796-794595907F2C}"/>
          </ac:spMkLst>
        </pc:spChg>
        <pc:spChg chg="del">
          <ac:chgData name="Starschich, Eugen" userId="26490f84-3a52-4393-8e46-f0cdfb6c1e50" providerId="ADAL" clId="{F5932A5B-B470-4334-8BE7-419F5BC28E70}" dt="2025-04-24T21:28:49.175" v="5151" actId="478"/>
          <ac:spMkLst>
            <pc:docMk/>
            <pc:sldMk cId="2665008032" sldId="294"/>
            <ac:spMk id="5" creationId="{FEE289DD-E333-55BE-1CAD-38B254F1D91D}"/>
          </ac:spMkLst>
        </pc:spChg>
        <pc:spChg chg="add mod">
          <ac:chgData name="Starschich, Eugen" userId="26490f84-3a52-4393-8e46-f0cdfb6c1e50" providerId="ADAL" clId="{F5932A5B-B470-4334-8BE7-419F5BC28E70}" dt="2025-04-24T21:30:20.587" v="5171" actId="6549"/>
          <ac:spMkLst>
            <pc:docMk/>
            <pc:sldMk cId="2665008032" sldId="294"/>
            <ac:spMk id="9" creationId="{7D66F808-51E5-DF50-98D6-B8BFB6D8C8EE}"/>
          </ac:spMkLst>
        </pc:spChg>
        <pc:spChg chg="mod">
          <ac:chgData name="Starschich, Eugen" userId="26490f84-3a52-4393-8e46-f0cdfb6c1e50" providerId="ADAL" clId="{F5932A5B-B470-4334-8BE7-419F5BC28E70}" dt="2025-04-24T21:29:02.477" v="5160" actId="27636"/>
          <ac:spMkLst>
            <pc:docMk/>
            <pc:sldMk cId="2665008032" sldId="294"/>
            <ac:spMk id="78" creationId="{DBE2C652-E0B0-02C7-2ACE-FDE2793D63FE}"/>
          </ac:spMkLst>
        </pc:spChg>
        <pc:picChg chg="del">
          <ac:chgData name="Starschich, Eugen" userId="26490f84-3a52-4393-8e46-f0cdfb6c1e50" providerId="ADAL" clId="{F5932A5B-B470-4334-8BE7-419F5BC28E70}" dt="2025-04-24T21:28:46.601" v="5150" actId="478"/>
          <ac:picMkLst>
            <pc:docMk/>
            <pc:sldMk cId="2665008032" sldId="294"/>
            <ac:picMk id="4" creationId="{0C1BF8A7-E12D-B7BE-D0D3-BD4CCBC0727C}"/>
          </ac:picMkLst>
        </pc:picChg>
        <pc:picChg chg="add mod">
          <ac:chgData name="Starschich, Eugen" userId="26490f84-3a52-4393-8e46-f0cdfb6c1e50" providerId="ADAL" clId="{F5932A5B-B470-4334-8BE7-419F5BC28E70}" dt="2025-04-24T21:29:21.075" v="5164" actId="1076"/>
          <ac:picMkLst>
            <pc:docMk/>
            <pc:sldMk cId="2665008032" sldId="294"/>
            <ac:picMk id="6" creationId="{79783D64-53D4-1C0A-8D66-2D49DC075DB9}"/>
          </ac:picMkLst>
        </pc:picChg>
        <pc:picChg chg="add mod">
          <ac:chgData name="Starschich, Eugen" userId="26490f84-3a52-4393-8e46-f0cdfb6c1e50" providerId="ADAL" clId="{F5932A5B-B470-4334-8BE7-419F5BC28E70}" dt="2025-04-24T21:29:56.337" v="5167" actId="14100"/>
          <ac:picMkLst>
            <pc:docMk/>
            <pc:sldMk cId="2665008032" sldId="294"/>
            <ac:picMk id="8" creationId="{149BB05D-B5A2-F983-5025-C626981281CF}"/>
          </ac:picMkLst>
        </pc:picChg>
      </pc:sldChg>
      <pc:sldChg chg="addSp delSp modSp add mod">
        <pc:chgData name="Starschich, Eugen" userId="26490f84-3a52-4393-8e46-f0cdfb6c1e50" providerId="ADAL" clId="{F5932A5B-B470-4334-8BE7-419F5BC28E70}" dt="2025-04-24T22:04:59.863" v="6184" actId="58"/>
        <pc:sldMkLst>
          <pc:docMk/>
          <pc:sldMk cId="3977512978" sldId="295"/>
        </pc:sldMkLst>
        <pc:spChg chg="add mod">
          <ac:chgData name="Starschich, Eugen" userId="26490f84-3a52-4393-8e46-f0cdfb6c1e50" providerId="ADAL" clId="{F5932A5B-B470-4334-8BE7-419F5BC28E70}" dt="2025-04-24T22:04:59.863" v="6184" actId="58"/>
          <ac:spMkLst>
            <pc:docMk/>
            <pc:sldMk cId="3977512978" sldId="295"/>
            <ac:spMk id="4" creationId="{04807338-77FF-7A20-582D-8493F39BF1CF}"/>
          </ac:spMkLst>
        </pc:spChg>
        <pc:spChg chg="add del">
          <ac:chgData name="Starschich, Eugen" userId="26490f84-3a52-4393-8e46-f0cdfb6c1e50" providerId="ADAL" clId="{F5932A5B-B470-4334-8BE7-419F5BC28E70}" dt="2025-04-24T21:50:03.119" v="5368" actId="478"/>
          <ac:spMkLst>
            <pc:docMk/>
            <pc:sldMk cId="3977512978" sldId="295"/>
            <ac:spMk id="7" creationId="{4B52F147-B351-871D-626B-F3F493520B16}"/>
          </ac:spMkLst>
        </pc:spChg>
        <pc:spChg chg="mod">
          <ac:chgData name="Starschich, Eugen" userId="26490f84-3a52-4393-8e46-f0cdfb6c1e50" providerId="ADAL" clId="{F5932A5B-B470-4334-8BE7-419F5BC28E70}" dt="2025-04-24T21:38:44.124" v="5180" actId="14100"/>
          <ac:spMkLst>
            <pc:docMk/>
            <pc:sldMk cId="3977512978" sldId="295"/>
            <ac:spMk id="9" creationId="{3DAC8090-4B60-1F31-B0EF-2A2B7BE3D48F}"/>
          </ac:spMkLst>
        </pc:spChg>
        <pc:spChg chg="add del">
          <ac:chgData name="Starschich, Eugen" userId="26490f84-3a52-4393-8e46-f0cdfb6c1e50" providerId="ADAL" clId="{F5932A5B-B470-4334-8BE7-419F5BC28E70}" dt="2025-04-24T21:50:08.903" v="5370" actId="478"/>
          <ac:spMkLst>
            <pc:docMk/>
            <pc:sldMk cId="3977512978" sldId="295"/>
            <ac:spMk id="11" creationId="{4313731B-4373-25BE-3B52-89058C2CD688}"/>
          </ac:spMkLst>
        </pc:spChg>
        <pc:spChg chg="mod">
          <ac:chgData name="Starschich, Eugen" userId="26490f84-3a52-4393-8e46-f0cdfb6c1e50" providerId="ADAL" clId="{F5932A5B-B470-4334-8BE7-419F5BC28E70}" dt="2025-04-24T21:39:49.687" v="5234" actId="20577"/>
          <ac:spMkLst>
            <pc:docMk/>
            <pc:sldMk cId="3977512978" sldId="295"/>
            <ac:spMk id="78" creationId="{A3C70270-4948-AEE3-E58D-E751FDA306F2}"/>
          </ac:spMkLst>
        </pc:spChg>
        <pc:picChg chg="add mod">
          <ac:chgData name="Starschich, Eugen" userId="26490f84-3a52-4393-8e46-f0cdfb6c1e50" providerId="ADAL" clId="{F5932A5B-B470-4334-8BE7-419F5BC28E70}" dt="2025-04-24T21:38:30.099" v="5177" actId="1076"/>
          <ac:picMkLst>
            <pc:docMk/>
            <pc:sldMk cId="3977512978" sldId="295"/>
            <ac:picMk id="3" creationId="{B116E2F3-A92D-AA90-F2D4-BDF277EE896B}"/>
          </ac:picMkLst>
        </pc:picChg>
        <pc:picChg chg="del">
          <ac:chgData name="Starschich, Eugen" userId="26490f84-3a52-4393-8e46-f0cdfb6c1e50" providerId="ADAL" clId="{F5932A5B-B470-4334-8BE7-419F5BC28E70}" dt="2025-04-24T21:38:00.350" v="5173" actId="478"/>
          <ac:picMkLst>
            <pc:docMk/>
            <pc:sldMk cId="3977512978" sldId="295"/>
            <ac:picMk id="6" creationId="{C61534EC-06C1-EA3B-824E-DB16CBAF16D3}"/>
          </ac:picMkLst>
        </pc:picChg>
        <pc:picChg chg="del">
          <ac:chgData name="Starschich, Eugen" userId="26490f84-3a52-4393-8e46-f0cdfb6c1e50" providerId="ADAL" clId="{F5932A5B-B470-4334-8BE7-419F5BC28E70}" dt="2025-04-24T21:38:01.424" v="5174" actId="478"/>
          <ac:picMkLst>
            <pc:docMk/>
            <pc:sldMk cId="3977512978" sldId="295"/>
            <ac:picMk id="8" creationId="{674A2440-B244-3EF2-76C0-683D393E6002}"/>
          </ac:picMkLst>
        </pc:picChg>
      </pc:sldChg>
      <pc:sldChg chg="delSp modSp add mod">
        <pc:chgData name="Starschich, Eugen" userId="26490f84-3a52-4393-8e46-f0cdfb6c1e50" providerId="ADAL" clId="{F5932A5B-B470-4334-8BE7-419F5BC28E70}" dt="2025-04-24T22:06:03.640" v="6195" actId="58"/>
        <pc:sldMkLst>
          <pc:docMk/>
          <pc:sldMk cId="421078294" sldId="296"/>
        </pc:sldMkLst>
        <pc:spChg chg="mod">
          <ac:chgData name="Starschich, Eugen" userId="26490f84-3a52-4393-8e46-f0cdfb6c1e50" providerId="ADAL" clId="{F5932A5B-B470-4334-8BE7-419F5BC28E70}" dt="2025-04-24T22:00:46.756" v="6122" actId="113"/>
          <ac:spMkLst>
            <pc:docMk/>
            <pc:sldMk cId="421078294" sldId="296"/>
            <ac:spMk id="4" creationId="{5E73782C-A4E3-B65F-BDF0-9B3F9B16C8D2}"/>
          </ac:spMkLst>
        </pc:spChg>
        <pc:spChg chg="del">
          <ac:chgData name="Starschich, Eugen" userId="26490f84-3a52-4393-8e46-f0cdfb6c1e50" providerId="ADAL" clId="{F5932A5B-B470-4334-8BE7-419F5BC28E70}" dt="2025-04-24T22:00:05.383" v="5999" actId="478"/>
          <ac:spMkLst>
            <pc:docMk/>
            <pc:sldMk cId="421078294" sldId="296"/>
            <ac:spMk id="9" creationId="{812F32BD-F7AF-A781-DE6C-095812694D3E}"/>
          </ac:spMkLst>
        </pc:spChg>
        <pc:spChg chg="mod">
          <ac:chgData name="Starschich, Eugen" userId="26490f84-3a52-4393-8e46-f0cdfb6c1e50" providerId="ADAL" clId="{F5932A5B-B470-4334-8BE7-419F5BC28E70}" dt="2025-04-24T22:06:03.640" v="6195" actId="58"/>
          <ac:spMkLst>
            <pc:docMk/>
            <pc:sldMk cId="421078294" sldId="296"/>
            <ac:spMk id="78" creationId="{54253C15-9F21-93F5-772E-49A8FD3BB935}"/>
          </ac:spMkLst>
        </pc:spChg>
        <pc:picChg chg="del">
          <ac:chgData name="Starschich, Eugen" userId="26490f84-3a52-4393-8e46-f0cdfb6c1e50" providerId="ADAL" clId="{F5932A5B-B470-4334-8BE7-419F5BC28E70}" dt="2025-04-24T21:51:19.179" v="5374" actId="478"/>
          <ac:picMkLst>
            <pc:docMk/>
            <pc:sldMk cId="421078294" sldId="296"/>
            <ac:picMk id="3" creationId="{3CE9936E-9273-F1E0-5D67-0C2D42CC26EA}"/>
          </ac:picMkLst>
        </pc:picChg>
      </pc:sldChg>
      <pc:sldChg chg="modSp add mod">
        <pc:chgData name="Starschich, Eugen" userId="26490f84-3a52-4393-8e46-f0cdfb6c1e50" providerId="ADAL" clId="{F5932A5B-B470-4334-8BE7-419F5BC28E70}" dt="2025-04-24T22:18:39.754" v="6431" actId="20577"/>
        <pc:sldMkLst>
          <pc:docMk/>
          <pc:sldMk cId="2601464168" sldId="297"/>
        </pc:sldMkLst>
        <pc:spChg chg="mod">
          <ac:chgData name="Starschich, Eugen" userId="26490f84-3a52-4393-8e46-f0cdfb6c1e50" providerId="ADAL" clId="{F5932A5B-B470-4334-8BE7-419F5BC28E70}" dt="2025-04-24T22:18:39.754" v="6431" actId="20577"/>
          <ac:spMkLst>
            <pc:docMk/>
            <pc:sldMk cId="2601464168" sldId="297"/>
            <ac:spMk id="4" creationId="{F9094CF3-5682-E40B-62A9-9B513B4F0765}"/>
          </ac:spMkLst>
        </pc:spChg>
        <pc:spChg chg="mod">
          <ac:chgData name="Starschich, Eugen" userId="26490f84-3a52-4393-8e46-f0cdfb6c1e50" providerId="ADAL" clId="{F5932A5B-B470-4334-8BE7-419F5BC28E70}" dt="2025-04-24T22:06:19.608" v="6200" actId="58"/>
          <ac:spMkLst>
            <pc:docMk/>
            <pc:sldMk cId="2601464168" sldId="297"/>
            <ac:spMk id="78" creationId="{37B9378A-1FE0-5EB8-5344-AA4CEF7A349B}"/>
          </ac:spMkLst>
        </pc:spChg>
      </pc:sldChg>
      <pc:sldChg chg="addSp delSp modSp add mod">
        <pc:chgData name="Starschich, Eugen" userId="26490f84-3a52-4393-8e46-f0cdfb6c1e50" providerId="ADAL" clId="{F5932A5B-B470-4334-8BE7-419F5BC28E70}" dt="2025-04-24T22:31:04.446" v="6456" actId="14100"/>
        <pc:sldMkLst>
          <pc:docMk/>
          <pc:sldMk cId="4253900143" sldId="298"/>
        </pc:sldMkLst>
        <pc:spChg chg="del">
          <ac:chgData name="Starschich, Eugen" userId="26490f84-3a52-4393-8e46-f0cdfb6c1e50" providerId="ADAL" clId="{F5932A5B-B470-4334-8BE7-419F5BC28E70}" dt="2025-04-24T22:19:10.428" v="6433" actId="478"/>
          <ac:spMkLst>
            <pc:docMk/>
            <pc:sldMk cId="4253900143" sldId="298"/>
            <ac:spMk id="4" creationId="{00BB2D14-4FFE-FF3D-5390-C8723255DC8E}"/>
          </ac:spMkLst>
        </pc:spChg>
        <pc:spChg chg="add mod">
          <ac:chgData name="Starschich, Eugen" userId="26490f84-3a52-4393-8e46-f0cdfb6c1e50" providerId="ADAL" clId="{F5932A5B-B470-4334-8BE7-419F5BC28E70}" dt="2025-04-24T22:19:41.716" v="6442" actId="14100"/>
          <ac:spMkLst>
            <pc:docMk/>
            <pc:sldMk cId="4253900143" sldId="298"/>
            <ac:spMk id="5" creationId="{AB315B9C-285E-40A0-193B-0D81B8DFBDB0}"/>
          </ac:spMkLst>
        </pc:spChg>
        <pc:spChg chg="add mod">
          <ac:chgData name="Starschich, Eugen" userId="26490f84-3a52-4393-8e46-f0cdfb6c1e50" providerId="ADAL" clId="{F5932A5B-B470-4334-8BE7-419F5BC28E70}" dt="2025-04-24T22:31:04.446" v="6456" actId="14100"/>
          <ac:spMkLst>
            <pc:docMk/>
            <pc:sldMk cId="4253900143" sldId="298"/>
            <ac:spMk id="7" creationId="{079E9DB4-2E90-AA17-B805-08C22919955E}"/>
          </ac:spMkLst>
        </pc:spChg>
        <pc:picChg chg="add mod">
          <ac:chgData name="Starschich, Eugen" userId="26490f84-3a52-4393-8e46-f0cdfb6c1e50" providerId="ADAL" clId="{F5932A5B-B470-4334-8BE7-419F5BC28E70}" dt="2025-04-24T22:19:30.651" v="6438" actId="1076"/>
          <ac:picMkLst>
            <pc:docMk/>
            <pc:sldMk cId="4253900143" sldId="298"/>
            <ac:picMk id="3" creationId="{D234338B-FF76-21CF-36F4-17B035A0DE83}"/>
          </ac:picMkLst>
        </pc:picChg>
        <pc:cxnChg chg="add mod">
          <ac:chgData name="Starschich, Eugen" userId="26490f84-3a52-4393-8e46-f0cdfb6c1e50" providerId="ADAL" clId="{F5932A5B-B470-4334-8BE7-419F5BC28E70}" dt="2025-04-24T22:30:40.854" v="6452" actId="208"/>
          <ac:cxnSpMkLst>
            <pc:docMk/>
            <pc:sldMk cId="4253900143" sldId="298"/>
            <ac:cxnSpMk id="9" creationId="{84261A01-3D57-9605-C6A8-5AD87ECE4FE0}"/>
          </ac:cxnSpMkLst>
        </pc:cxnChg>
        <pc:cxnChg chg="add mod">
          <ac:chgData name="Starschich, Eugen" userId="26490f84-3a52-4393-8e46-f0cdfb6c1e50" providerId="ADAL" clId="{F5932A5B-B470-4334-8BE7-419F5BC28E70}" dt="2025-04-24T22:30:55.580" v="6455" actId="14100"/>
          <ac:cxnSpMkLst>
            <pc:docMk/>
            <pc:sldMk cId="4253900143" sldId="298"/>
            <ac:cxnSpMk id="10" creationId="{247047A6-D7E3-BF52-9E41-53D3ED5A4472}"/>
          </ac:cxnSpMkLst>
        </pc:cxnChg>
      </pc:sldChg>
      <pc:sldChg chg="addSp delSp modSp add mod">
        <pc:chgData name="Starschich, Eugen" userId="26490f84-3a52-4393-8e46-f0cdfb6c1e50" providerId="ADAL" clId="{F5932A5B-B470-4334-8BE7-419F5BC28E70}" dt="2025-04-24T22:37:53.954" v="6664" actId="1076"/>
        <pc:sldMkLst>
          <pc:docMk/>
          <pc:sldMk cId="1096465960" sldId="299"/>
        </pc:sldMkLst>
        <pc:spChg chg="add mod">
          <ac:chgData name="Starschich, Eugen" userId="26490f84-3a52-4393-8e46-f0cdfb6c1e50" providerId="ADAL" clId="{F5932A5B-B470-4334-8BE7-419F5BC28E70}" dt="2025-04-24T22:35:09.522" v="6577" actId="6549"/>
          <ac:spMkLst>
            <pc:docMk/>
            <pc:sldMk cId="1096465960" sldId="299"/>
            <ac:spMk id="2" creationId="{40F471DF-3402-63DA-3303-A2EE7FE39FF6}"/>
          </ac:spMkLst>
        </pc:spChg>
        <pc:spChg chg="del">
          <ac:chgData name="Starschich, Eugen" userId="26490f84-3a52-4393-8e46-f0cdfb6c1e50" providerId="ADAL" clId="{F5932A5B-B470-4334-8BE7-419F5BC28E70}" dt="2025-04-24T22:31:36.107" v="6460" actId="478"/>
          <ac:spMkLst>
            <pc:docMk/>
            <pc:sldMk cId="1096465960" sldId="299"/>
            <ac:spMk id="5" creationId="{A2BF5073-FD2E-28AC-A944-2AEAB1A5F9F8}"/>
          </ac:spMkLst>
        </pc:spChg>
        <pc:spChg chg="mod">
          <ac:chgData name="Starschich, Eugen" userId="26490f84-3a52-4393-8e46-f0cdfb6c1e50" providerId="ADAL" clId="{F5932A5B-B470-4334-8BE7-419F5BC28E70}" dt="2025-04-24T22:31:31.022" v="6458" actId="58"/>
          <ac:spMkLst>
            <pc:docMk/>
            <pc:sldMk cId="1096465960" sldId="299"/>
            <ac:spMk id="78" creationId="{7573444A-C3EA-FED8-F791-4803363E9E89}"/>
          </ac:spMkLst>
        </pc:spChg>
        <pc:graphicFrameChg chg="add mod modGraphic">
          <ac:chgData name="Starschich, Eugen" userId="26490f84-3a52-4393-8e46-f0cdfb6c1e50" providerId="ADAL" clId="{F5932A5B-B470-4334-8BE7-419F5BC28E70}" dt="2025-04-24T22:37:53.954" v="6664" actId="1076"/>
          <ac:graphicFrameMkLst>
            <pc:docMk/>
            <pc:sldMk cId="1096465960" sldId="299"/>
            <ac:graphicFrameMk id="4" creationId="{B568FA97-8DF9-09F0-75ED-5635C55821F7}"/>
          </ac:graphicFrameMkLst>
        </pc:graphicFrameChg>
        <pc:picChg chg="del">
          <ac:chgData name="Starschich, Eugen" userId="26490f84-3a52-4393-8e46-f0cdfb6c1e50" providerId="ADAL" clId="{F5932A5B-B470-4334-8BE7-419F5BC28E70}" dt="2025-04-24T22:31:33.457" v="6459" actId="478"/>
          <ac:picMkLst>
            <pc:docMk/>
            <pc:sldMk cId="1096465960" sldId="299"/>
            <ac:picMk id="3" creationId="{38D2540B-43FF-6127-F4E0-7A1E754C2787}"/>
          </ac:picMkLst>
        </pc:picChg>
      </pc:sldChg>
      <pc:sldChg chg="addSp modSp add mod">
        <pc:chgData name="Starschich, Eugen" userId="26490f84-3a52-4393-8e46-f0cdfb6c1e50" providerId="ADAL" clId="{F5932A5B-B470-4334-8BE7-419F5BC28E70}" dt="2025-04-24T22:53:05.895" v="7281" actId="404"/>
        <pc:sldMkLst>
          <pc:docMk/>
          <pc:sldMk cId="3173793575" sldId="300"/>
        </pc:sldMkLst>
        <pc:spChg chg="mod">
          <ac:chgData name="Starschich, Eugen" userId="26490f84-3a52-4393-8e46-f0cdfb6c1e50" providerId="ADAL" clId="{F5932A5B-B470-4334-8BE7-419F5BC28E70}" dt="2025-04-24T22:53:05.895" v="7281" actId="404"/>
          <ac:spMkLst>
            <pc:docMk/>
            <pc:sldMk cId="3173793575" sldId="300"/>
            <ac:spMk id="2" creationId="{D4763E51-3BFA-A348-12F8-7E33637B9A3F}"/>
          </ac:spMkLst>
        </pc:spChg>
        <pc:spChg chg="mod">
          <ac:chgData name="Starschich, Eugen" userId="26490f84-3a52-4393-8e46-f0cdfb6c1e50" providerId="ADAL" clId="{F5932A5B-B470-4334-8BE7-419F5BC28E70}" dt="2025-04-24T22:41:14.331" v="6793" actId="20577"/>
          <ac:spMkLst>
            <pc:docMk/>
            <pc:sldMk cId="3173793575" sldId="300"/>
            <ac:spMk id="78" creationId="{C8FF1E27-39BC-D75B-4EB7-6526B935D66C}"/>
          </ac:spMkLst>
        </pc:spChg>
        <pc:graphicFrameChg chg="add mod modGraphic">
          <ac:chgData name="Starschich, Eugen" userId="26490f84-3a52-4393-8e46-f0cdfb6c1e50" providerId="ADAL" clId="{F5932A5B-B470-4334-8BE7-419F5BC28E70}" dt="2025-04-24T22:51:52.059" v="7257" actId="1076"/>
          <ac:graphicFrameMkLst>
            <pc:docMk/>
            <pc:sldMk cId="3173793575" sldId="300"/>
            <ac:graphicFrameMk id="3" creationId="{55B64FD3-BE6B-91EA-1755-1BD3A32C3FB6}"/>
          </ac:graphicFrameMkLst>
        </pc:graphicFrameChg>
        <pc:graphicFrameChg chg="mod modGraphic">
          <ac:chgData name="Starschich, Eugen" userId="26490f84-3a52-4393-8e46-f0cdfb6c1e50" providerId="ADAL" clId="{F5932A5B-B470-4334-8BE7-419F5BC28E70}" dt="2025-04-24T22:51:47.193" v="7256" actId="1035"/>
          <ac:graphicFrameMkLst>
            <pc:docMk/>
            <pc:sldMk cId="3173793575" sldId="300"/>
            <ac:graphicFrameMk id="4" creationId="{86554F49-9501-0F91-152D-2819762AAB9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BF1CC2A-D02F-9980-C84D-607A65CE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E830E982-3F59-96A4-1872-225C01FEB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5771D492-8DFA-72A4-468C-89851AB7E1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5568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1B78539-CB21-64C6-ECD8-8453B05D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03FF340-4C3B-AE4E-C3F8-1A5A17F88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97B995C-F4D8-E7DC-A6DF-4DF96C152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9827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7EE09F75-2C20-C5DD-CD58-B4C848A3C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0B6C3646-BB5D-921B-1146-E11980D6D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FC6EE4A-0FC2-4962-E3A8-29F81A3300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1076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A1C51DC0-0A16-3A0C-FD3B-81FD13B5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CBFC559-3365-8F10-F3C0-75E60B8E7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6F128C20-F001-81B5-FF4A-9A56BC9AB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6074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ECC1815-FB98-2CC1-2EFB-E5672C73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65494D0-52FA-F81D-BF58-4B3B0DDBD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19AA83CD-4262-4A2B-EB1D-CC7693857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7281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7CDCB7A-4574-3AC4-15BF-94C51684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8B0419D-484F-087A-223F-F4CCF6B58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41484E9-0978-B8F3-549B-483F35FD8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2747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CFB557B0-3A92-8106-8347-D3841E89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02B9776B-4086-EE30-181A-C037DB891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BD1B2492-AEE9-9B27-05B0-C3919E049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9742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1C4534B-2271-1E25-1EA3-A8A41291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72ECE7B4-CFA6-73E0-EF4E-82233E84D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04C3571F-A9F1-292E-99E1-7831B6929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580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CA7788FD-A23E-AED4-050E-61BBE4E85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B4CC3E83-C43A-E981-2EF0-113B27E73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3EB0C7B2-5749-A4D2-2CBC-FC49AC700B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256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13BBA64-6752-627E-E147-2B5E2B00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4AF26709-6CAE-24D6-EC18-175928569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5907E816-510B-A6BA-629D-0024E3CCAE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0448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4ABF5BF6-807F-8121-B5B7-EC4764AB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77FFB681-0783-3BA4-FA8A-9141B8D40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7677EB2C-F031-D370-31E9-43ACB7AD1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1986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5E7CC17F-91A8-4864-98DD-76E2514B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5DD48122-5017-B76E-B6A4-91592BCF0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668D3191-353D-A79B-8900-F7F9BC493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667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24FA2922-EC03-1F46-D35D-F9C8DDE2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F451A763-4C45-E28C-5DF2-7DDE71172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65B7D536-2FF5-EAB2-CC97-2F76FBE59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7717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B57B70A-4447-6252-3B9E-CF0222A2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21CCB5DB-EDAE-F940-FA3C-B5624A9F3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2B0D553A-E754-8185-79E8-A44A9C7F8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760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Example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8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8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24" name="Google Shape;24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8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" name="Google Shape;2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8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ECE 652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0</a:t>
            </a:r>
            <a:r>
              <a:rPr lang="en-DE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DE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nsulation</a:t>
            </a:r>
            <a:r>
              <a:rPr lang="en-D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Coordination Part II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Lightning stroke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79;p19">
                <a:extLst>
                  <a:ext uri="{FF2B5EF4-FFF2-40B4-BE49-F238E27FC236}">
                    <a16:creationId xmlns:a16="http://schemas.microsoft.com/office/drawing/2014/main" id="{8C61C25D-5BF7-BBEC-B833-943025CA5F1A}"/>
                  </a:ext>
                </a:extLst>
              </p:cNvPr>
              <p:cNvSpPr txBox="1"/>
              <p:nvPr/>
            </p:nvSpPr>
            <p:spPr>
              <a:xfrm>
                <a:off x="5987659" y="1781559"/>
                <a:ext cx="5678189" cy="4536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US" sz="20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a lightning strikes an overhead line, the current wave propagates in two directions</a:t>
                </a:r>
                <a:endParaRPr lang="en-DE" sz="20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endParaRPr lang="en-US" sz="20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travelling current wave creates also a voltage wave travelling along with the current wave</a:t>
                </a: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endParaRPr lang="en-D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voltage wave depends on the lightning current and the </a:t>
                </a:r>
                <a:r>
                  <a:rPr lang="en-US" sz="20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surge impedance </a:t>
                </a: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the converter</a:t>
                </a:r>
              </a:p>
              <a:p>
                <a:pPr lvl="1" algn="ctr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𝐸</m:t>
                        </m:r>
                      </m:e>
                      <m:sub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𝑆</m:t>
                        </m:r>
                      </m:sub>
                    </m:sSub>
                    <m:r>
                      <a:rPr lang="en-DE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=</m:t>
                    </m:r>
                    <m:f>
                      <m:fPr>
                        <m:ctrlP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fPr>
                      <m:num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1</m:t>
                        </m:r>
                      </m:num>
                      <m:den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2</m:t>
                        </m:r>
                      </m:den>
                    </m:f>
                    <m:r>
                      <a:rPr lang="en-DE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∙</m:t>
                    </m:r>
                  </m:oMath>
                </a14:m>
                <a:r>
                  <a:rPr lang="ar-AE" sz="2000" dirty="0">
                    <a:solidFill>
                      <a:schemeClr val="dk1"/>
                    </a:solidFill>
                    <a:cs typeface="Calibri"/>
                    <a:sym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𝐼</m:t>
                        </m:r>
                      </m:e>
                      <m:sub>
                        <m:r>
                          <a:rPr lang="en-D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𝑆</m:t>
                        </m:r>
                      </m:sub>
                    </m:sSub>
                    <m:r>
                      <a:rPr lang="en-DE" sz="20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∙</m:t>
                    </m:r>
                  </m:oMath>
                </a14:m>
                <a:r>
                  <a:rPr lang="ar-AE" sz="2000" dirty="0">
                    <a:solidFill>
                      <a:schemeClr val="dk1"/>
                    </a:solidFill>
                    <a:cs typeface="Calibri"/>
                    <a:sym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𝑍</m:t>
                        </m:r>
                      </m:e>
                      <m:sub>
                        <m:r>
                          <a:rPr lang="en-D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𝑆</m:t>
                        </m:r>
                      </m:sub>
                    </m:sSub>
                  </m:oMath>
                </a14:m>
                <a:endParaRPr lang="ar-A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urge impedance is quite different from </a:t>
                </a:r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DC or 50/60Hz impedances, </a:t>
                </a: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is not associated with any frequency or line length</a:t>
                </a:r>
                <a:endParaRPr lang="en-D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𝑍</m:t>
                        </m:r>
                      </m:e>
                      <m:sub>
                        <m:r>
                          <a:rPr lang="en-D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𝑆</m:t>
                        </m:r>
                      </m:sub>
                    </m:sSub>
                    <m:r>
                      <a:rPr lang="en-DE" sz="20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endParaRPr lang="en-DE" sz="2000" i="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endParaRPr>
              </a:p>
              <a:p>
                <a:pPr indent="360363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:r>
                  <a:rPr lang="en-DE" sz="20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OHL:	400 – 600 </a:t>
                </a:r>
                <a:r>
                  <a:rPr lang="el-GR" sz="20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Ω</a:t>
                </a:r>
                <a:endParaRPr lang="en-DE" sz="20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R="0" lvl="0" indent="360363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r>
                  <a:rPr lang="en-DE" sz="20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Cables: 20 – 60 </a:t>
                </a:r>
                <a:r>
                  <a:rPr lang="el-GR" sz="20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Ω</a:t>
                </a:r>
                <a:endParaRPr lang="en-US" sz="1400" b="0" i="0" u="none" strike="noStrike" cap="none" baseline="30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en-US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en-US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2" name="Google Shape;79;p19">
                <a:extLst>
                  <a:ext uri="{FF2B5EF4-FFF2-40B4-BE49-F238E27FC236}">
                    <a16:creationId xmlns:a16="http://schemas.microsoft.com/office/drawing/2014/main" id="{8C61C25D-5BF7-BBEC-B833-943025CA5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659" y="1781559"/>
                <a:ext cx="5678189" cy="4536901"/>
              </a:xfrm>
              <a:prstGeom prst="rect">
                <a:avLst/>
              </a:prstGeom>
              <a:blipFill>
                <a:blip r:embed="rId3"/>
                <a:stretch>
                  <a:fillRect l="-966" b="-1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FB5B30C-4826-820A-7E42-029375891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92" y="2520139"/>
            <a:ext cx="4125544" cy="1748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4DBAC7-2ECF-F831-7F77-EA21CD9819C1}"/>
              </a:ext>
            </a:extLst>
          </p:cNvPr>
          <p:cNvSpPr txBox="1"/>
          <p:nvPr/>
        </p:nvSpPr>
        <p:spPr>
          <a:xfrm>
            <a:off x="463892" y="4454950"/>
            <a:ext cx="4095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IEEE Std 998-1996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1501C95A-9100-346C-728A-A95A43E2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FAA0B47C-5B63-8362-1D91-8C6B14F9B10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Lightning stroke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9;p19">
            <a:extLst>
              <a:ext uri="{FF2B5EF4-FFF2-40B4-BE49-F238E27FC236}">
                <a16:creationId xmlns:a16="http://schemas.microsoft.com/office/drawing/2014/main" id="{44CB3750-382A-03A8-4007-285E0CFA174D}"/>
              </a:ext>
            </a:extLst>
          </p:cNvPr>
          <p:cNvSpPr txBox="1"/>
          <p:nvPr/>
        </p:nvSpPr>
        <p:spPr>
          <a:xfrm>
            <a:off x="6054525" y="1408865"/>
            <a:ext cx="5678189" cy="529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Travelling wave propagation is not comparable to the current flow at nominal frequency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conductor is an open circuit, no current will flow in the conductor, but the travelling wave can still enter the conductor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travelling wave hits the open circuit (e.g. transformer), the surge current will be reflected travel back with the opposite amplitude, the voltage keeps to polarity of 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amplitude, but the amplitude is doubled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ar-A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increased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aplitude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the transformers will need to be considered in the equipment design</a:t>
            </a: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31B3C-2D8B-8814-EA43-25C7D14D8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86" y="1482108"/>
            <a:ext cx="3650958" cy="4602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1124E6-315A-5FC7-3684-87D2973C452C}"/>
              </a:ext>
            </a:extLst>
          </p:cNvPr>
          <p:cNvSpPr txBox="1"/>
          <p:nvPr/>
        </p:nvSpPr>
        <p:spPr>
          <a:xfrm>
            <a:off x="115900" y="6224315"/>
            <a:ext cx="62426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 Westinghouse Electric Corporation, </a:t>
            </a:r>
            <a:r>
              <a:rPr lang="en-DE" sz="1100" dirty="0"/>
              <a:t>“</a:t>
            </a:r>
            <a:r>
              <a:rPr lang="en-US" sz="1100" i="1" dirty="0"/>
              <a:t>Electrical Transmission and Distribution Reference </a:t>
            </a:r>
          </a:p>
          <a:p>
            <a:r>
              <a:rPr lang="en-US" sz="1100" i="1" dirty="0"/>
              <a:t>Book</a:t>
            </a:r>
            <a:r>
              <a:rPr lang="en-DE" sz="1100" dirty="0"/>
              <a:t>”</a:t>
            </a:r>
            <a:r>
              <a:rPr lang="en-US" sz="1100" dirty="0"/>
              <a:t>, published by Westinghouse Electric Corporation in 1961</a:t>
            </a:r>
          </a:p>
        </p:txBody>
      </p:sp>
    </p:spTree>
    <p:extLst>
      <p:ext uri="{BB962C8B-B14F-4D97-AF65-F5344CB8AC3E}">
        <p14:creationId xmlns:p14="http://schemas.microsoft.com/office/powerpoint/2010/main" val="392497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Overvoltages in AC grids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048D2-7043-7537-AD6B-0827539CD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484" y="1671345"/>
            <a:ext cx="6577032" cy="4608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440B77-CAA9-8BF5-0F79-2C0605C3249A}"/>
              </a:ext>
            </a:extLst>
          </p:cNvPr>
          <p:cNvSpPr txBox="1"/>
          <p:nvPr/>
        </p:nvSpPr>
        <p:spPr>
          <a:xfrm>
            <a:off x="2807483" y="6428502"/>
            <a:ext cx="65770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100" i="1" dirty="0"/>
              <a:t>“</a:t>
            </a:r>
            <a:r>
              <a:rPr lang="en-US" sz="1100" i="1" dirty="0"/>
              <a:t>Metal-Oxide Surge Arresters in</a:t>
            </a:r>
            <a:r>
              <a:rPr lang="en-DE" sz="1100" i="1" dirty="0"/>
              <a:t> </a:t>
            </a:r>
            <a:r>
              <a:rPr lang="en-US" sz="1100" i="1" dirty="0"/>
              <a:t>High-Voltage Power Systems</a:t>
            </a:r>
            <a:r>
              <a:rPr lang="en-DE" sz="1100" i="1" dirty="0"/>
              <a:t>”, </a:t>
            </a:r>
            <a:r>
              <a:rPr lang="en-US" sz="1100" i="1" dirty="0"/>
              <a:t>Volker Hinrichsen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ABCF511-EDCD-762E-DDA7-F9B2635F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B867C5C1-2086-AEB4-FF18-ED3D8126A01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Arrester design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4A3649-FFD6-8771-6559-20B09AF2F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1" y="1636774"/>
            <a:ext cx="4910802" cy="4394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5214C-873C-20AB-0861-9AB2B44FEB96}"/>
              </a:ext>
            </a:extLst>
          </p:cNvPr>
          <p:cNvSpPr txBox="1"/>
          <p:nvPr/>
        </p:nvSpPr>
        <p:spPr>
          <a:xfrm>
            <a:off x="516787" y="6145691"/>
            <a:ext cx="5346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100" i="1" dirty="0"/>
              <a:t>“</a:t>
            </a:r>
            <a:r>
              <a:rPr lang="en-US" sz="1100" i="1" dirty="0"/>
              <a:t>Metal-Oxide Surge Arresters in</a:t>
            </a:r>
            <a:r>
              <a:rPr lang="en-DE" sz="1100" i="1" dirty="0"/>
              <a:t> </a:t>
            </a:r>
            <a:r>
              <a:rPr lang="en-US" sz="1100" i="1" dirty="0"/>
              <a:t>High-Voltage Power Systems</a:t>
            </a:r>
            <a:r>
              <a:rPr lang="en-DE" sz="1100" i="1" dirty="0"/>
              <a:t>”, </a:t>
            </a:r>
            <a:r>
              <a:rPr lang="en-US" sz="1100" i="1" dirty="0"/>
              <a:t>Volker Hinrichsen </a:t>
            </a: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2DD6C2C2-E3F6-9A3C-1462-5C1EF2F9DD87}"/>
              </a:ext>
            </a:extLst>
          </p:cNvPr>
          <p:cNvSpPr txBox="1"/>
          <p:nvPr/>
        </p:nvSpPr>
        <p:spPr>
          <a:xfrm>
            <a:off x="6013997" y="1522300"/>
            <a:ext cx="5678189" cy="46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rresters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 are metal-oxide (MO) arresters without gaps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rresters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made up from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 resistor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disks connected in series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in series connected resistors define the characteristics of the arresters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 resistors have extremely non-linear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voltage-current or U-I-characteristic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Resistors are placed in a housing for protection against environme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</a:t>
            </a:r>
            <a:r>
              <a:rPr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tal conditions</a:t>
            </a: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80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E0FDFE3-08B8-3841-1F19-82D810FF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4D6FE04-8549-A81D-38FE-93722DE1D48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U-I arrester characteristic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DB0B7-908A-9632-5F40-327E1DE579A1}"/>
              </a:ext>
            </a:extLst>
          </p:cNvPr>
          <p:cNvSpPr txBox="1"/>
          <p:nvPr/>
        </p:nvSpPr>
        <p:spPr>
          <a:xfrm>
            <a:off x="1372864" y="6184695"/>
            <a:ext cx="5346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100" i="1" dirty="0"/>
              <a:t>“</a:t>
            </a:r>
            <a:r>
              <a:rPr lang="en-US" sz="1100" i="1" dirty="0"/>
              <a:t>Metal-Oxide Surge Arresters in</a:t>
            </a:r>
            <a:r>
              <a:rPr lang="en-DE" sz="1100" i="1" dirty="0"/>
              <a:t> </a:t>
            </a:r>
            <a:r>
              <a:rPr lang="en-US" sz="1100" i="1" dirty="0"/>
              <a:t>High-Voltage Power Systems</a:t>
            </a:r>
            <a:r>
              <a:rPr lang="en-DE" sz="1100" i="1" dirty="0"/>
              <a:t>”, </a:t>
            </a:r>
            <a:r>
              <a:rPr lang="en-US" sz="1100" i="1" dirty="0"/>
              <a:t>Volker Hinrichsen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65098A-BBF1-8C01-B662-CB705401B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11" y="1639659"/>
            <a:ext cx="6691999" cy="4371113"/>
          </a:xfrm>
          <a:prstGeom prst="rect">
            <a:avLst/>
          </a:prstGeom>
        </p:spPr>
      </p:pic>
      <p:sp>
        <p:nvSpPr>
          <p:cNvPr id="5" name="Google Shape;79;p19">
            <a:extLst>
              <a:ext uri="{FF2B5EF4-FFF2-40B4-BE49-F238E27FC236}">
                <a16:creationId xmlns:a16="http://schemas.microsoft.com/office/drawing/2014/main" id="{E604EB3F-2BF9-57CD-1333-64846DFADF2E}"/>
              </a:ext>
            </a:extLst>
          </p:cNvPr>
          <p:cNvSpPr txBox="1"/>
          <p:nvPr/>
        </p:nvSpPr>
        <p:spPr>
          <a:xfrm>
            <a:off x="7050847" y="1408865"/>
            <a:ext cx="4988031" cy="528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Maximum System Voltage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(phase-phase AC grid voltage)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Maximum Continuous Operating Voltage (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MCOV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endParaRPr lang="en-DE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endParaRPr lang="en-DE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1800" dirty="0">
                <a:latin typeface="Arial" panose="020B0604020202020204" pitchFamily="34" charset="0"/>
              </a:rPr>
              <a:t>For DC applications instead of MCOV, the </a:t>
            </a:r>
            <a:r>
              <a:rPr lang="en-US" sz="1800" dirty="0">
                <a:latin typeface="Arial" panose="020B0604020202020204" pitchFamily="34" charset="0"/>
              </a:rPr>
              <a:t>crest value of continuous operating voltage</a:t>
            </a:r>
            <a:r>
              <a:rPr lang="en-DE" sz="1800" dirty="0">
                <a:latin typeface="Arial" panose="020B0604020202020204" pitchFamily="34" charset="0"/>
              </a:rPr>
              <a:t> (</a:t>
            </a:r>
            <a:r>
              <a:rPr lang="en-DE" sz="1800" b="1" dirty="0">
                <a:latin typeface="Arial" panose="020B0604020202020204" pitchFamily="34" charset="0"/>
              </a:rPr>
              <a:t>CCOV</a:t>
            </a:r>
            <a:r>
              <a:rPr lang="en-DE" sz="1800" dirty="0">
                <a:latin typeface="Arial" panose="020B0604020202020204" pitchFamily="34" charset="0"/>
              </a:rPr>
              <a:t>) is defined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 of the lightning impulse current (I</a:t>
            </a:r>
            <a:r>
              <a:rPr lang="en-D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</a:t>
            </a:r>
            <a:r>
              <a:rPr lang="el-G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8/20 μ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(fast-front/lightning) 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switching impulse current 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l-G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30/60 μ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(slow-front/switching)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defined</a:t>
            </a:r>
            <a:endParaRPr lang="ar-A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0547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3985687-66FD-10EB-ACA8-F12AF49E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28401AD0-95F7-8167-FD98-412BB9535547}"/>
              </a:ext>
            </a:extLst>
          </p:cNvPr>
          <p:cNvSpPr txBox="1"/>
          <p:nvPr/>
        </p:nvSpPr>
        <p:spPr>
          <a:xfrm>
            <a:off x="115900" y="985000"/>
            <a:ext cx="10657552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on arrester protection capability – Arrester connection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26AAB-909F-B67B-845F-CCAC72F0323A}"/>
              </a:ext>
            </a:extLst>
          </p:cNvPr>
          <p:cNvSpPr txBox="1"/>
          <p:nvPr/>
        </p:nvSpPr>
        <p:spPr>
          <a:xfrm>
            <a:off x="845630" y="5998348"/>
            <a:ext cx="5346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100" i="1" dirty="0"/>
              <a:t>“</a:t>
            </a:r>
            <a:r>
              <a:rPr lang="en-US" sz="1100" i="1" dirty="0"/>
              <a:t>Metal-Oxide Surge Arresters in</a:t>
            </a:r>
            <a:r>
              <a:rPr lang="en-DE" sz="1100" i="1" dirty="0"/>
              <a:t> </a:t>
            </a:r>
            <a:r>
              <a:rPr lang="en-US" sz="1100" i="1" dirty="0"/>
              <a:t>High-Voltage Power Systems</a:t>
            </a:r>
            <a:r>
              <a:rPr lang="en-DE" sz="1100" i="1" dirty="0"/>
              <a:t>”, </a:t>
            </a:r>
            <a:r>
              <a:rPr lang="en-US" sz="1100" i="1" dirty="0"/>
              <a:t>Volker Hinrichsen </a:t>
            </a:r>
          </a:p>
        </p:txBody>
      </p:sp>
      <p:sp>
        <p:nvSpPr>
          <p:cNvPr id="5" name="Google Shape;79;p19">
            <a:extLst>
              <a:ext uri="{FF2B5EF4-FFF2-40B4-BE49-F238E27FC236}">
                <a16:creationId xmlns:a16="http://schemas.microsoft.com/office/drawing/2014/main" id="{634D5CD8-671D-E692-65ED-3CE80F89C5A9}"/>
              </a:ext>
            </a:extLst>
          </p:cNvPr>
          <p:cNvSpPr txBox="1"/>
          <p:nvPr/>
        </p:nvSpPr>
        <p:spPr>
          <a:xfrm>
            <a:off x="6803829" y="1408865"/>
            <a:ext cx="5421396" cy="453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Protection capability of the arrester is based on 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capability to provide a low impedance path towards the earth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impedance of the path is defined by the arrester itself and the connection of the arrester to the overhead line and to the earth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consider that effects, either accurate calculations or safety margins are applied</a:t>
            </a: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F11759-5701-9409-999F-CCD0FC7A3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173" y="1822344"/>
            <a:ext cx="3400520" cy="36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4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40765AA-5AB2-C6D6-F413-0A77E1A4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B3C0672-25C7-2306-D59E-C9ED110156E9}"/>
              </a:ext>
            </a:extLst>
          </p:cNvPr>
          <p:cNvSpPr txBox="1"/>
          <p:nvPr/>
        </p:nvSpPr>
        <p:spPr>
          <a:xfrm>
            <a:off x="115900" y="985000"/>
            <a:ext cx="9500468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on arrester protection capability – Travelling Wave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701E6-C806-EABE-8A05-0DD6BA7495B7}"/>
              </a:ext>
            </a:extLst>
          </p:cNvPr>
          <p:cNvSpPr txBox="1"/>
          <p:nvPr/>
        </p:nvSpPr>
        <p:spPr>
          <a:xfrm>
            <a:off x="900496" y="6193363"/>
            <a:ext cx="5346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100" i="1" dirty="0"/>
              <a:t>“</a:t>
            </a:r>
            <a:r>
              <a:rPr lang="en-US" sz="1100" i="1" dirty="0"/>
              <a:t>Metal-Oxide Surge Arresters in</a:t>
            </a:r>
            <a:r>
              <a:rPr lang="en-DE" sz="1100" i="1" dirty="0"/>
              <a:t> </a:t>
            </a:r>
            <a:r>
              <a:rPr lang="en-US" sz="1100" i="1" dirty="0"/>
              <a:t>High-Voltage Power Systems</a:t>
            </a:r>
            <a:r>
              <a:rPr lang="en-DE" sz="1100" i="1" dirty="0"/>
              <a:t>”, </a:t>
            </a:r>
            <a:r>
              <a:rPr lang="en-US" sz="1100" i="1" dirty="0"/>
              <a:t>Volker Hinrichsen </a:t>
            </a:r>
          </a:p>
        </p:txBody>
      </p:sp>
      <p:sp>
        <p:nvSpPr>
          <p:cNvPr id="5" name="Google Shape;79;p19">
            <a:extLst>
              <a:ext uri="{FF2B5EF4-FFF2-40B4-BE49-F238E27FC236}">
                <a16:creationId xmlns:a16="http://schemas.microsoft.com/office/drawing/2014/main" id="{309FB8D7-C2E1-5C6F-8583-B9788A5E82DF}"/>
              </a:ext>
            </a:extLst>
          </p:cNvPr>
          <p:cNvSpPr txBox="1"/>
          <p:nvPr/>
        </p:nvSpPr>
        <p:spPr>
          <a:xfrm>
            <a:off x="6803829" y="1408865"/>
            <a:ext cx="5272271" cy="5243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surge current pulse will enter the also a “dead end” (e.g. transformer), that means even if the arrester is installed the travelling wave will enter the transformer connection and cause the voltage stress 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resulting voltage stress is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 an overlap of the incoming voltage surge, reflecting of the voltage surge and the protection rating of the arrester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voltage stress of the equipment is therefore not only defined by the protective level of the arrester but also by the distance between arrester and the device under protection</a:t>
            </a: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1DD82-4036-D071-221A-AFEA53D22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677" y="2302865"/>
            <a:ext cx="4261336" cy="225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23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8674F68-A78C-1C6E-E07F-ACDDCE0E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51D97538-91E2-2D30-8264-489E355A90B7}"/>
              </a:ext>
            </a:extLst>
          </p:cNvPr>
          <p:cNvSpPr txBox="1"/>
          <p:nvPr/>
        </p:nvSpPr>
        <p:spPr>
          <a:xfrm>
            <a:off x="150571" y="940949"/>
            <a:ext cx="9500468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handling capability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EBD29-4FFD-6457-5FBE-1A67D0F011E0}"/>
              </a:ext>
            </a:extLst>
          </p:cNvPr>
          <p:cNvSpPr txBox="1"/>
          <p:nvPr/>
        </p:nvSpPr>
        <p:spPr>
          <a:xfrm>
            <a:off x="900496" y="6193363"/>
            <a:ext cx="5346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100" i="1" dirty="0"/>
              <a:t>“</a:t>
            </a:r>
            <a:r>
              <a:rPr lang="en-US" sz="1100" i="1" dirty="0"/>
              <a:t>Metal-Oxide Surge Arresters in</a:t>
            </a:r>
            <a:r>
              <a:rPr lang="en-DE" sz="1100" i="1" dirty="0"/>
              <a:t> </a:t>
            </a:r>
            <a:r>
              <a:rPr lang="en-US" sz="1100" i="1" dirty="0"/>
              <a:t>High-Voltage Power Systems</a:t>
            </a:r>
            <a:r>
              <a:rPr lang="en-DE" sz="1100" i="1" dirty="0"/>
              <a:t>”, </a:t>
            </a:r>
            <a:r>
              <a:rPr lang="en-US" sz="1100" i="1" dirty="0"/>
              <a:t>Volker Hinrichsen </a:t>
            </a:r>
          </a:p>
        </p:txBody>
      </p:sp>
      <p:sp>
        <p:nvSpPr>
          <p:cNvPr id="5" name="Google Shape;79;p19">
            <a:extLst>
              <a:ext uri="{FF2B5EF4-FFF2-40B4-BE49-F238E27FC236}">
                <a16:creationId xmlns:a16="http://schemas.microsoft.com/office/drawing/2014/main" id="{BFDD2607-FC6D-29F6-9EF0-02F1F19AC6FA}"/>
              </a:ext>
            </a:extLst>
          </p:cNvPr>
          <p:cNvSpPr txBox="1"/>
          <p:nvPr/>
        </p:nvSpPr>
        <p:spPr>
          <a:xfrm>
            <a:off x="6247137" y="1408865"/>
            <a:ext cx="5828964" cy="5243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impulse handling capability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is injected in only a few µs must not cause any mechanical damage to the equipment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Thermal energy handling capability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aximum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energy injected into the arrester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during a transient event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at which it can still cool back down to its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nominal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temperature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energy handling capability is not precisely defined in the standards, so 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especially for VSC-HVDC systems, the energy loading of the arrester is an import point for design</a:t>
            </a: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210FF-3F98-0003-183E-5784FF27B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937" y="1954761"/>
            <a:ext cx="3866784" cy="34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7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546BE390-79D6-E70E-2DDA-3B9D2187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DE3BFA6B-AF04-B9CB-19AA-3A112A60CA8A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Lightning stroke energy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9;p19">
            <a:extLst>
              <a:ext uri="{FF2B5EF4-FFF2-40B4-BE49-F238E27FC236}">
                <a16:creationId xmlns:a16="http://schemas.microsoft.com/office/drawing/2014/main" id="{56E740CA-8A27-5219-71C2-A3BFB8EBD743}"/>
              </a:ext>
            </a:extLst>
          </p:cNvPr>
          <p:cNvSpPr txBox="1"/>
          <p:nvPr/>
        </p:nvSpPr>
        <p:spPr>
          <a:xfrm>
            <a:off x="3843946" y="1612547"/>
            <a:ext cx="7640949" cy="512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energy of a lightning stroke is not only defined by the peak current but by the total capacitance Q of that lightning stroke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ssuming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ligthning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stroke of 30kA and the surge impedance of the AC line of 600 </a:t>
            </a:r>
            <a:r>
              <a:rPr lang="el-G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Ω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AC voltage travelling wave is: 9000 kV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vervoltage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 conductors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cause a flashover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or more line insulators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because the insulators are not rated for that voltage, so 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biggest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the charge is diverted through the flashover channels towards the ground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reaching equipment under protection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ost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critical lightning strokes are therefore the ones hitting directly the substations, therefore a proper lightning protection of the equipment must be ensured</a:t>
            </a:r>
            <a:endParaRPr lang="ar-A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60318-2D44-A70E-70C3-6FD0269D4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0" y="1874020"/>
            <a:ext cx="2560104" cy="18052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79;p19">
                <a:extLst>
                  <a:ext uri="{FF2B5EF4-FFF2-40B4-BE49-F238E27FC236}">
                    <a16:creationId xmlns:a16="http://schemas.microsoft.com/office/drawing/2014/main" id="{0A5D1B2D-0EFB-F090-523F-28967EEBC76C}"/>
                  </a:ext>
                </a:extLst>
              </p:cNvPr>
              <p:cNvSpPr txBox="1"/>
              <p:nvPr/>
            </p:nvSpPr>
            <p:spPr>
              <a:xfrm>
                <a:off x="707105" y="4083451"/>
                <a:ext cx="2560105" cy="1619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400" b="0" i="1" u="none" strike="noStrike" cap="none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𝑄</m:t>
                      </m:r>
                      <m:r>
                        <a:rPr lang="ar-AE" sz="1400" b="0" i="1" u="none" strike="noStrike" cap="none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ar-AE" sz="1400" b="0" i="1" u="none" strike="noStrike" cap="none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400" b="0" i="1" u="none" strike="noStrike" cap="none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𝑖</m:t>
                          </m:r>
                          <m:r>
                            <a:rPr lang="ar-AE" sz="1400" b="0" i="1" u="none" strike="noStrike" cap="none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 </m:t>
                          </m:r>
                          <m:r>
                            <a:rPr lang="ar-AE" sz="1400" b="0" i="1" u="none" strike="noStrike" cap="none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ar-AE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indent="-139700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400" b="0" i="1" u="none" strike="noStrike" cap="none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𝑖</m:t>
                      </m:r>
                      <m:r>
                        <a:rPr lang="en-DE" sz="1400" b="0" i="1" u="none" strike="noStrike" cap="none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2</m:t>
                      </m:r>
                      <m:r>
                        <a:rPr lang="ar-AE" sz="1400" b="0" i="1" u="none" strike="noStrike" cap="none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ar-AE" sz="1400" b="0" i="1" u="none" strike="noStrike" cap="none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ar-AE" sz="1400" b="0" i="1" u="none" strike="noStrike" cap="none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lang="en-DE" sz="1400" b="0" i="1" u="none" strike="noStrike" cap="none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DE" sz="1400" b="0" i="1" u="none" strike="noStrike" cap="none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400" b="0" i="1" u="none" strike="noStrike" cap="none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 </m:t>
                          </m:r>
                          <m:r>
                            <a:rPr lang="ar-AE" sz="1400" b="0" i="1" u="none" strike="noStrike" cap="none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ar-AE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5" name="Google Shape;79;p19">
                <a:extLst>
                  <a:ext uri="{FF2B5EF4-FFF2-40B4-BE49-F238E27FC236}">
                    <a16:creationId xmlns:a16="http://schemas.microsoft.com/office/drawing/2014/main" id="{0A5D1B2D-0EFB-F090-523F-28967EEB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05" y="4083451"/>
                <a:ext cx="2560105" cy="1619631"/>
              </a:xfrm>
              <a:prstGeom prst="rect">
                <a:avLst/>
              </a:prstGeom>
              <a:blipFill>
                <a:blip r:embed="rId4"/>
                <a:stretch>
                  <a:fillRect t="-53759" b="-409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61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FCCDE2F-3DF8-9B2E-F2CB-1941D895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DBE2C652-E0B0-02C7-2ACE-FDE2793D63FE}"/>
              </a:ext>
            </a:extLst>
          </p:cNvPr>
          <p:cNvSpPr txBox="1"/>
          <p:nvPr/>
        </p:nvSpPr>
        <p:spPr>
          <a:xfrm>
            <a:off x="115900" y="985000"/>
            <a:ext cx="7862348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Arrester Configuration in VSC-HVDC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83D64-53D4-1C0A-8D66-2D49DC075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8" y="1794131"/>
            <a:ext cx="5385629" cy="4028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9BB05D-B5A2-F983-5025-C62698128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886" y="1794131"/>
            <a:ext cx="4981942" cy="40252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66F808-51E5-DF50-98D6-B8BFB6D8C8EE}"/>
              </a:ext>
            </a:extLst>
          </p:cNvPr>
          <p:cNvSpPr txBox="1"/>
          <p:nvPr/>
        </p:nvSpPr>
        <p:spPr>
          <a:xfrm>
            <a:off x="3163797" y="6336374"/>
            <a:ext cx="5346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IEC 60071-11:2022</a:t>
            </a:r>
          </a:p>
        </p:txBody>
      </p:sp>
    </p:spTree>
    <p:extLst>
      <p:ext uri="{BB962C8B-B14F-4D97-AF65-F5344CB8AC3E}">
        <p14:creationId xmlns:p14="http://schemas.microsoft.com/office/powerpoint/2010/main" val="266500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03160E0E-632D-B28A-B8F0-7A1E040A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A3C70270-4948-AEE3-E58D-E751FDA306F2}"/>
              </a:ext>
            </a:extLst>
          </p:cNvPr>
          <p:cNvSpPr txBox="1"/>
          <p:nvPr/>
        </p:nvSpPr>
        <p:spPr>
          <a:xfrm>
            <a:off x="115900" y="985000"/>
            <a:ext cx="7862348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Withstand voltage definition process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C8090-4B60-1F31-B0EF-2A2B7BE3D48F}"/>
              </a:ext>
            </a:extLst>
          </p:cNvPr>
          <p:cNvSpPr txBox="1"/>
          <p:nvPr/>
        </p:nvSpPr>
        <p:spPr>
          <a:xfrm>
            <a:off x="658769" y="6554777"/>
            <a:ext cx="36785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IEC 60071-11:2022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16E2F3-A92D-AA90-F2D4-BDF277EE8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1" y="1515224"/>
            <a:ext cx="3678536" cy="5039553"/>
          </a:xfrm>
          <a:prstGeom prst="rect">
            <a:avLst/>
          </a:prstGeom>
        </p:spPr>
      </p:pic>
      <p:sp>
        <p:nvSpPr>
          <p:cNvPr id="4" name="Google Shape;79;p19">
            <a:extLst>
              <a:ext uri="{FF2B5EF4-FFF2-40B4-BE49-F238E27FC236}">
                <a16:creationId xmlns:a16="http://schemas.microsoft.com/office/drawing/2014/main" id="{04807338-77FF-7A20-582D-8493F39BF1CF}"/>
              </a:ext>
            </a:extLst>
          </p:cNvPr>
          <p:cNvSpPr txBox="1"/>
          <p:nvPr/>
        </p:nvSpPr>
        <p:spPr>
          <a:xfrm>
            <a:off x="5157042" y="1477567"/>
            <a:ext cx="6851500" cy="512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tep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1: 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etermination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representative overvoltages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etermination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co-ordination withstand voltages (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HVDC applications it can be assumed that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</a:t>
            </a:r>
            <a:endParaRPr lang="en-D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tep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3: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etermination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required withstand voltages (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</a:t>
            </a:r>
            <a:b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etermination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specified withstand voltages (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ar-A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751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D79FB23D-5C5A-8C0E-CB07-EADB1992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54253C15-9F21-93F5-772E-49A8FD3BB935}"/>
              </a:ext>
            </a:extLst>
          </p:cNvPr>
          <p:cNvSpPr txBox="1"/>
          <p:nvPr/>
        </p:nvSpPr>
        <p:spPr>
          <a:xfrm>
            <a:off x="115899" y="985000"/>
            <a:ext cx="12031319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Determination of the representative overvoltages (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32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4" name="Google Shape;79;p19">
            <a:extLst>
              <a:ext uri="{FF2B5EF4-FFF2-40B4-BE49-F238E27FC236}">
                <a16:creationId xmlns:a16="http://schemas.microsoft.com/office/drawing/2014/main" id="{5E73782C-A4E3-B65F-BDF0-9B3F9B16C8D2}"/>
              </a:ext>
            </a:extLst>
          </p:cNvPr>
          <p:cNvSpPr txBox="1"/>
          <p:nvPr/>
        </p:nvSpPr>
        <p:spPr>
          <a:xfrm>
            <a:off x="173344" y="1736056"/>
            <a:ext cx="11813530" cy="437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“...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representative overvoltages are equal to protection levels of arresters for directly protected equipment</a:t>
            </a:r>
            <a:r>
              <a:rPr lang="en-DE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IEC 60071-11:2022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statement in the IEC is misleading since the pr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tection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level of arresters is defined by the </a:t>
            </a:r>
            <a:r>
              <a:rPr lang="en-D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arrester design and protection coordination current amplitude and shape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(lightning, switching)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Representative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overvoltages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determined by:</a:t>
            </a:r>
          </a:p>
          <a:p>
            <a:pPr marL="446088" lvl="1" indent="-268288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Assuming maximum system currents and switching impulse</a:t>
            </a:r>
          </a:p>
          <a:p>
            <a:pPr marL="446088" lvl="1" indent="-268288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of relevant faults by transient simulations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calculation and simulation results without any margin are considered as representative overvoltage </a:t>
            </a:r>
            <a:r>
              <a:rPr lang="en-DE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="1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</a:t>
            </a:r>
            <a:endParaRPr lang="ar-AE" sz="2000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07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0DB19B51-B767-8460-CCDD-EBF91BAD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37B9378A-1FE0-5EB8-5344-AA4CEF7A349B}"/>
              </a:ext>
            </a:extLst>
          </p:cNvPr>
          <p:cNvSpPr txBox="1"/>
          <p:nvPr/>
        </p:nvSpPr>
        <p:spPr>
          <a:xfrm>
            <a:off x="115899" y="985000"/>
            <a:ext cx="11935979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Determination of the required withstand voltages (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32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79;p19">
                <a:extLst>
                  <a:ext uri="{FF2B5EF4-FFF2-40B4-BE49-F238E27FC236}">
                    <a16:creationId xmlns:a16="http://schemas.microsoft.com/office/drawing/2014/main" id="{F9094CF3-5682-E40B-62A9-9B513B4F0765}"/>
                  </a:ext>
                </a:extLst>
              </p:cNvPr>
              <p:cNvSpPr txBox="1"/>
              <p:nvPr/>
            </p:nvSpPr>
            <p:spPr>
              <a:xfrm>
                <a:off x="173344" y="1736056"/>
                <a:ext cx="11813530" cy="4374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𝑈</m:t>
                          </m:r>
                        </m:e>
                        <m:sub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𝑟𝑤</m:t>
                          </m:r>
                        </m:sub>
                      </m:sSub>
                      <m:r>
                        <a:rPr lang="en-DE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𝑎</m:t>
                          </m:r>
                        </m:sub>
                      </m:sSub>
                      <m:r>
                        <a:rPr lang="en-DE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∙</m:t>
                      </m:r>
                      <m:sSub>
                        <m:sSubPr>
                          <m:ctrlP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𝑆</m:t>
                          </m:r>
                        </m:sub>
                      </m:sSub>
                      <m:r>
                        <a:rPr lang="en-DE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∙</m:t>
                      </m:r>
                      <m:sSub>
                        <m:sSubPr>
                          <m:ctrlP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𝑈</m:t>
                          </m:r>
                        </m:e>
                        <m:sub>
                          <m:r>
                            <a:rPr lang="en-DE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𝑟𝑝</m:t>
                          </m:r>
                        </m:sub>
                      </m:sSub>
                    </m:oMath>
                  </m:oMathPara>
                </a14:m>
                <a:endParaRPr lang="en-D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R="0" lvl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endParaRPr lang="en-DE" sz="20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Calibri"/>
                  <a:sym typeface="Calibri"/>
                </a:endParaRP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𝐾</m:t>
                        </m:r>
                      </m:e>
                      <m:sub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Ambient condition correction factor</a:t>
                </a: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Altitude correction</a:t>
                </a: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Temperature / humidity correction for indoor installations</a:t>
                </a:r>
              </a:p>
              <a:p>
                <a:pPr marR="0" lvl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endParaRPr lang="en-D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lvl="0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𝐾</m:t>
                        </m:r>
                      </m:e>
                      <m:sub>
                        <m:r>
                          <a:rPr lang="en-DE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S</a:t>
                </a: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afety factor</a:t>
                </a:r>
                <a:endParaRPr lang="en-D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Altitude </a:t>
                </a:r>
                <a:r>
                  <a:rPr lang="en-DE" sz="2000" dirty="0" err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cor</a:t>
                </a: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r>
                  <a:rPr lang="en-DE" sz="2000" dirty="0" err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ection</a:t>
                </a:r>
                <a:r>
                  <a:rPr lang="en-DE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up to 1000m</a:t>
                </a: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allowance for ageing of insulation</a:t>
                </a: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allowance for changes in arrester characteristics</a:t>
                </a: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allowance for dispersion in the product quality</a:t>
                </a:r>
                <a:endParaRPr lang="en-D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Char char="•"/>
                </a:pPr>
                <a:endParaRPr lang="en-US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en-US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4" name="Google Shape;79;p19">
                <a:extLst>
                  <a:ext uri="{FF2B5EF4-FFF2-40B4-BE49-F238E27FC236}">
                    <a16:creationId xmlns:a16="http://schemas.microsoft.com/office/drawing/2014/main" id="{F9094CF3-5682-E40B-62A9-9B513B4F0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44" y="1736056"/>
                <a:ext cx="11813530" cy="4374389"/>
              </a:xfrm>
              <a:prstGeom prst="rect">
                <a:avLst/>
              </a:prstGeom>
              <a:blipFill>
                <a:blip r:embed="rId3"/>
                <a:stretch>
                  <a:fillRect l="-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46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7D5660E2-AE9C-4C44-1BE1-2D9ACE04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47603D1B-E04E-65CA-7FFB-2686730F94AD}"/>
              </a:ext>
            </a:extLst>
          </p:cNvPr>
          <p:cNvSpPr txBox="1"/>
          <p:nvPr/>
        </p:nvSpPr>
        <p:spPr>
          <a:xfrm>
            <a:off x="115899" y="985000"/>
            <a:ext cx="11935979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Determination of the required withstand voltages (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32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4338B-FF76-21CF-36F4-17B035A0D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42" y="1934926"/>
            <a:ext cx="6625891" cy="40980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15B9C-285E-40A0-193B-0D81B8DFBDB0}"/>
              </a:ext>
            </a:extLst>
          </p:cNvPr>
          <p:cNvSpPr txBox="1"/>
          <p:nvPr/>
        </p:nvSpPr>
        <p:spPr>
          <a:xfrm>
            <a:off x="2770941" y="6255756"/>
            <a:ext cx="66258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IEC 60071-11:2022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9E9DB4-2E90-AA17-B805-08C22919955E}"/>
                  </a:ext>
                </a:extLst>
              </p:cNvPr>
              <p:cNvSpPr txBox="1"/>
              <p:nvPr/>
            </p:nvSpPr>
            <p:spPr>
              <a:xfrm>
                <a:off x="278436" y="1852587"/>
                <a:ext cx="2365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D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D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𝐾</m:t>
                        </m:r>
                      </m:e>
                      <m:sub>
                        <m:r>
                          <a:rPr lang="en-DE" sz="20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DE" sz="2000" i="1" dirty="0">
                    <a:solidFill>
                      <a:schemeClr val="dk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  <a:sym typeface="Calibri"/>
                  </a:rPr>
                  <a:t> </a:t>
                </a:r>
                <a:r>
                  <a:rPr lang="en-DE" sz="2000" dirty="0">
                    <a:solidFill>
                      <a:schemeClr val="dk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  <a:sym typeface="Calibri"/>
                  </a:rPr>
                  <a:t>S</a:t>
                </a:r>
                <a:r>
                  <a:rPr lang="en-US" sz="2000" dirty="0">
                    <a:solidFill>
                      <a:schemeClr val="dk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  <a:sym typeface="Calibri"/>
                  </a:rPr>
                  <a:t>afety factor</a:t>
                </a:r>
                <a:endParaRPr lang="en-DE" sz="2000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9E9DB4-2E90-AA17-B805-08C229199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36" y="1852587"/>
                <a:ext cx="2365090" cy="369332"/>
              </a:xfrm>
              <a:prstGeom prst="rect">
                <a:avLst/>
              </a:prstGeom>
              <a:blipFill>
                <a:blip r:embed="rId4"/>
                <a:stretch>
                  <a:fillRect t="-18333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261A01-3D57-9605-C6A8-5AD87ECE4FE0}"/>
              </a:ext>
            </a:extLst>
          </p:cNvPr>
          <p:cNvCxnSpPr/>
          <p:nvPr/>
        </p:nvCxnSpPr>
        <p:spPr>
          <a:xfrm>
            <a:off x="8181930" y="2825539"/>
            <a:ext cx="1178752" cy="23098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7047A6-D7E3-BF52-9E41-53D3ED5A4472}"/>
              </a:ext>
            </a:extLst>
          </p:cNvPr>
          <p:cNvCxnSpPr>
            <a:cxnSpLocks/>
          </p:cNvCxnSpPr>
          <p:nvPr/>
        </p:nvCxnSpPr>
        <p:spPr>
          <a:xfrm flipH="1">
            <a:off x="8181930" y="2825539"/>
            <a:ext cx="1178752" cy="23098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900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3E837316-8AD3-42B4-A1B5-020A0397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7573444A-C3EA-FED8-F791-4803363E9E89}"/>
              </a:ext>
            </a:extLst>
          </p:cNvPr>
          <p:cNvSpPr txBox="1"/>
          <p:nvPr/>
        </p:nvSpPr>
        <p:spPr>
          <a:xfrm>
            <a:off x="115899" y="985000"/>
            <a:ext cx="11935979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Determination of the specified withstand voltages (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32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</a:p>
        </p:txBody>
      </p:sp>
      <p:sp>
        <p:nvSpPr>
          <p:cNvPr id="2" name="Google Shape;79;p19">
            <a:extLst>
              <a:ext uri="{FF2B5EF4-FFF2-40B4-BE49-F238E27FC236}">
                <a16:creationId xmlns:a16="http://schemas.microsoft.com/office/drawing/2014/main" id="{40F471DF-3402-63DA-3303-A2EE7FE39FF6}"/>
              </a:ext>
            </a:extLst>
          </p:cNvPr>
          <p:cNvSpPr txBox="1"/>
          <p:nvPr/>
        </p:nvSpPr>
        <p:spPr>
          <a:xfrm>
            <a:off x="173344" y="1736056"/>
            <a:ext cx="11813530" cy="437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 are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higher than the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AC equipment, the specified withstand voltages correspond to standard values as stated in IEC 60071-1. 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HVDC equipment, the specified withstand voltages are rounded up to convenient values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 most cases it is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IEC 60071-1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values are: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68FA97-8DF9-09F0-75ED-5635C5582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273314"/>
              </p:ext>
            </p:extLst>
          </p:nvPr>
        </p:nvGraphicFramePr>
        <p:xfrm>
          <a:off x="4777607" y="3692550"/>
          <a:ext cx="260500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246">
                  <a:extLst>
                    <a:ext uri="{9D8B030D-6E8A-4147-A177-3AD203B41FA5}">
                      <a16:colId xmlns:a16="http://schemas.microsoft.com/office/drawing/2014/main" val="2621143950"/>
                    </a:ext>
                  </a:extLst>
                </a:gridCol>
                <a:gridCol w="1256758">
                  <a:extLst>
                    <a:ext uri="{9D8B030D-6E8A-4147-A177-3AD203B41FA5}">
                      <a16:colId xmlns:a16="http://schemas.microsoft.com/office/drawing/2014/main" val="3258453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 err="1"/>
                        <a:t>U</a:t>
                      </a:r>
                      <a:r>
                        <a:rPr lang="en-DE" baseline="-25000" dirty="0" err="1"/>
                        <a:t>w</a:t>
                      </a:r>
                      <a:r>
                        <a:rPr lang="en-DE" dirty="0"/>
                        <a:t> / kV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 err="1"/>
                        <a:t>U</a:t>
                      </a:r>
                      <a:r>
                        <a:rPr lang="en-DE" baseline="-25000" dirty="0" err="1"/>
                        <a:t>w</a:t>
                      </a:r>
                      <a:r>
                        <a:rPr lang="en-DE" dirty="0"/>
                        <a:t> / kV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7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550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43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650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1425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48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750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1550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280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850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1675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18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950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1800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698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1050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1950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184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1175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334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465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0293B6BA-EDDF-1D27-8B64-417DD13A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C8FF1E27-39BC-D75B-4EB7-6526B935D66C}"/>
              </a:ext>
            </a:extLst>
          </p:cNvPr>
          <p:cNvSpPr txBox="1"/>
          <p:nvPr/>
        </p:nvSpPr>
        <p:spPr>
          <a:xfrm>
            <a:off x="115899" y="985000"/>
            <a:ext cx="11935979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for insulation point coordination</a:t>
            </a:r>
            <a:endParaRPr lang="en-US"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79;p19">
                <a:extLst>
                  <a:ext uri="{FF2B5EF4-FFF2-40B4-BE49-F238E27FC236}">
                    <a16:creationId xmlns:a16="http://schemas.microsoft.com/office/drawing/2014/main" id="{D4763E51-3BFA-A348-12F8-7E33637B9A3F}"/>
                  </a:ext>
                </a:extLst>
              </p:cNvPr>
              <p:cNvSpPr txBox="1"/>
              <p:nvPr/>
            </p:nvSpPr>
            <p:spPr>
              <a:xfrm>
                <a:off x="173344" y="1736056"/>
                <a:ext cx="11813530" cy="5054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20000"/>
              </a:bodyPr>
              <a:lstStyle/>
              <a:p>
                <a:pPr marR="0" lvl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Arrester: DC line/cable arrester (DL)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ct val="108108"/>
                </a:pP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Arrester design:						System analysis</a:t>
                </a:r>
                <a:r>
                  <a:rPr lang="en-US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</a:p>
              <a:p>
                <a:pPr marR="0" lvl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endPara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R="0" lvl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endPara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R="0" lvl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endPara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R="0" lvl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</a:pPr>
                <a:endPara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en-DE" sz="20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en-DE" sz="2200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Required Switching</a:t>
                </a: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/Lightning</a:t>
                </a: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 Impulse withstand voltage (RSIWV</a:t>
                </a: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/</a:t>
                </a: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 R</a:t>
                </a: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L</a:t>
                </a: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IWV):</a:t>
                </a: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	Switching: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𝑈</m:t>
                        </m:r>
                      </m:e>
                      <m:sub>
                        <m:r>
                          <a:rPr lang="en-D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𝑟𝑤</m:t>
                        </m:r>
                      </m:sub>
                    </m:sSub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=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1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.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15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∙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807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𝑘𝑉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=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928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𝑘𝑉</m:t>
                    </m:r>
                  </m:oMath>
                </a14:m>
                <a:endParaRPr lang="en-DE" sz="2200" b="0" i="1" dirty="0">
                  <a:solidFill>
                    <a:schemeClr val="dk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	Lightning: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𝑈</m:t>
                        </m:r>
                      </m:e>
                      <m:sub>
                        <m:r>
                          <a:rPr lang="en-D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𝑟𝑤</m:t>
                        </m:r>
                      </m:sub>
                    </m:sSub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=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1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.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2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∙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872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𝑘𝑉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=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1046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𝑘𝑉</m:t>
                    </m:r>
                  </m:oMath>
                </a14:m>
                <a:endParaRPr lang="en-DE" sz="2200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en-DE" sz="2200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Switching</a:t>
                </a: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/Lightning</a:t>
                </a: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 Impulse withstand voltage (SIWV</a:t>
                </a: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/</a:t>
                </a: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 </a:t>
                </a: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L</a:t>
                </a:r>
                <a:r>
                  <a:rPr lang="en-US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IWV):</a:t>
                </a: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	Switching: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𝑈</m:t>
                        </m:r>
                      </m:e>
                      <m:sub>
                        <m:r>
                          <a:rPr lang="en-D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𝑤</m:t>
                        </m:r>
                      </m:sub>
                    </m:sSub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=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950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𝑘𝑉</m:t>
                    </m:r>
                  </m:oMath>
                </a14:m>
                <a:endParaRPr lang="en-DE" sz="2200" b="0" i="1" dirty="0">
                  <a:solidFill>
                    <a:schemeClr val="dk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r>
                  <a:rPr lang="en-DE" sz="2200" dirty="0">
                    <a:solidFill>
                      <a:schemeClr val="dk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	Lightning: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𝑈</m:t>
                        </m:r>
                      </m:e>
                      <m:sub>
                        <m:r>
                          <a:rPr lang="en-DE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𝑤</m:t>
                        </m:r>
                      </m:sub>
                    </m:sSub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=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1050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r>
                      <a:rPr lang="en-DE" sz="2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𝑘𝑉</m:t>
                    </m:r>
                  </m:oMath>
                </a14:m>
                <a:endParaRPr lang="ar-AE" sz="2200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en-D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lang="ar-A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28600" marR="0" lvl="0" indent="-1397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8108"/>
                  <a:buFont typeface="Arial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2" name="Google Shape;79;p19">
                <a:extLst>
                  <a:ext uri="{FF2B5EF4-FFF2-40B4-BE49-F238E27FC236}">
                    <a16:creationId xmlns:a16="http://schemas.microsoft.com/office/drawing/2014/main" id="{D4763E51-3BFA-A348-12F8-7E33637B9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44" y="1736056"/>
                <a:ext cx="11813530" cy="5054772"/>
              </a:xfrm>
              <a:prstGeom prst="rect">
                <a:avLst/>
              </a:prstGeom>
              <a:blipFill>
                <a:blip r:embed="rId3"/>
                <a:stretch>
                  <a:fillRect l="-516" b="-92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554F49-9501-0F91-152D-2819762AA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151579"/>
              </p:ext>
            </p:extLst>
          </p:nvPr>
        </p:nvGraphicFramePr>
        <p:xfrm>
          <a:off x="268685" y="2509639"/>
          <a:ext cx="486476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7806">
                  <a:extLst>
                    <a:ext uri="{9D8B030D-6E8A-4147-A177-3AD203B41FA5}">
                      <a16:colId xmlns:a16="http://schemas.microsoft.com/office/drawing/2014/main" val="2621143950"/>
                    </a:ext>
                  </a:extLst>
                </a:gridCol>
                <a:gridCol w="2346955">
                  <a:extLst>
                    <a:ext uri="{9D8B030D-6E8A-4147-A177-3AD203B41FA5}">
                      <a16:colId xmlns:a16="http://schemas.microsoft.com/office/drawing/2014/main" val="3258453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7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DE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CCOV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515 kV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43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DE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Number of parallel columns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48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DE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Energy capability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17 MJ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28026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B64FD3-BE6B-91EA-1755-1BD3A32C3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454396"/>
              </p:ext>
            </p:extLst>
          </p:nvPr>
        </p:nvGraphicFramePr>
        <p:xfrm>
          <a:off x="6678875" y="2509639"/>
          <a:ext cx="486476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7806">
                  <a:extLst>
                    <a:ext uri="{9D8B030D-6E8A-4147-A177-3AD203B41FA5}">
                      <a16:colId xmlns:a16="http://schemas.microsoft.com/office/drawing/2014/main" val="2621143950"/>
                    </a:ext>
                  </a:extLst>
                </a:gridCol>
                <a:gridCol w="2346955">
                  <a:extLst>
                    <a:ext uri="{9D8B030D-6E8A-4147-A177-3AD203B41FA5}">
                      <a16:colId xmlns:a16="http://schemas.microsoft.com/office/drawing/2014/main" val="3258453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7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DE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SIPL (</a:t>
                      </a:r>
                      <a:r>
                        <a:rPr lang="en-DE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U</a:t>
                      </a:r>
                      <a:r>
                        <a:rPr lang="en-DE" sz="1400" b="0" i="0" u="none" strike="noStrike" cap="none" baseline="-250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rp</a:t>
                      </a:r>
                      <a:r>
                        <a:rPr lang="en-DE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 for SI)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807 kV @ 1 kA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43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DE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LIPL (</a:t>
                      </a:r>
                      <a:r>
                        <a:rPr lang="en-DE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U</a:t>
                      </a:r>
                      <a:r>
                        <a:rPr lang="en-DE" sz="1400" b="0" i="0" u="none" strike="noStrike" cap="none" baseline="-250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rp</a:t>
                      </a:r>
                      <a:r>
                        <a:rPr lang="en-DE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 for LI)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872 kV @ 5 kA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48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793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1291</Words>
  <Application>Microsoft Office PowerPoint</Application>
  <PresentationFormat>Widescreen</PresentationFormat>
  <Paragraphs>169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Wingdings</vt:lpstr>
      <vt:lpstr>Office Theme</vt:lpstr>
      <vt:lpstr>Module 08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Martinec, Timothy J</dc:creator>
  <cp:lastModifiedBy>Starschich, Eugen</cp:lastModifiedBy>
  <cp:revision>1</cp:revision>
  <dcterms:created xsi:type="dcterms:W3CDTF">2023-06-22T15:25:22Z</dcterms:created>
  <dcterms:modified xsi:type="dcterms:W3CDTF">2025-04-24T22:53:11Z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