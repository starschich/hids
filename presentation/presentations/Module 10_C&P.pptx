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95" r:id="rId3"/>
    <p:sldId id="296" r:id="rId4"/>
    <p:sldId id="257" r:id="rId5"/>
    <p:sldId id="298" r:id="rId6"/>
    <p:sldId id="297" r:id="rId7"/>
    <p:sldId id="299" r:id="rId8"/>
    <p:sldId id="300" r:id="rId9"/>
    <p:sldId id="288" r:id="rId10"/>
    <p:sldId id="294" r:id="rId11"/>
    <p:sldId id="280" r:id="rId12"/>
    <p:sldId id="289" r:id="rId13"/>
    <p:sldId id="303" r:id="rId14"/>
    <p:sldId id="304" r:id="rId15"/>
    <p:sldId id="305" r:id="rId16"/>
    <p:sldId id="302" r:id="rId17"/>
    <p:sldId id="290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+qktsmFGBo0zLgoHKOMLnb4YX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67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rschich, Eugen" userId="26490f84-3a52-4393-8e46-f0cdfb6c1e50" providerId="ADAL" clId="{82AF0FAF-4F26-494A-BE4B-C875E66D7D80}"/>
    <pc:docChg chg="undo custSel addSld delSld modSld sldOrd">
      <pc:chgData name="Starschich, Eugen" userId="26490f84-3a52-4393-8e46-f0cdfb6c1e50" providerId="ADAL" clId="{82AF0FAF-4F26-494A-BE4B-C875E66D7D80}" dt="2025-06-27T21:28:33.260" v="628" actId="1076"/>
      <pc:docMkLst>
        <pc:docMk/>
      </pc:docMkLst>
      <pc:sldChg chg="addSp delSp modSp mod">
        <pc:chgData name="Starschich, Eugen" userId="26490f84-3a52-4393-8e46-f0cdfb6c1e50" providerId="ADAL" clId="{82AF0FAF-4F26-494A-BE4B-C875E66D7D80}" dt="2025-06-27T21:07:58.753" v="37" actId="1076"/>
        <pc:sldMkLst>
          <pc:docMk/>
          <pc:sldMk cId="4078952661" sldId="289"/>
        </pc:sldMkLst>
      </pc:sldChg>
      <pc:sldChg chg="modSp del mod">
        <pc:chgData name="Starschich, Eugen" userId="26490f84-3a52-4393-8e46-f0cdfb6c1e50" providerId="ADAL" clId="{82AF0FAF-4F26-494A-BE4B-C875E66D7D80}" dt="2025-06-27T21:15:15.101" v="44" actId="47"/>
        <pc:sldMkLst>
          <pc:docMk/>
          <pc:sldMk cId="3326147830" sldId="291"/>
        </pc:sldMkLst>
      </pc:sldChg>
      <pc:sldChg chg="ord">
        <pc:chgData name="Starschich, Eugen" userId="26490f84-3a52-4393-8e46-f0cdfb6c1e50" providerId="ADAL" clId="{82AF0FAF-4F26-494A-BE4B-C875E66D7D80}" dt="2025-06-27T21:01:16.566" v="21"/>
        <pc:sldMkLst>
          <pc:docMk/>
          <pc:sldMk cId="593918609" sldId="294"/>
        </pc:sldMkLst>
      </pc:sldChg>
      <pc:sldChg chg="modSp mod">
        <pc:chgData name="Starschich, Eugen" userId="26490f84-3a52-4393-8e46-f0cdfb6c1e50" providerId="ADAL" clId="{82AF0FAF-4F26-494A-BE4B-C875E66D7D80}" dt="2025-06-27T21:00:12.980" v="19" actId="20577"/>
        <pc:sldMkLst>
          <pc:docMk/>
          <pc:sldMk cId="4076188811" sldId="299"/>
        </pc:sldMkLst>
      </pc:sldChg>
      <pc:sldChg chg="new del">
        <pc:chgData name="Starschich, Eugen" userId="26490f84-3a52-4393-8e46-f0cdfb6c1e50" providerId="ADAL" clId="{82AF0FAF-4F26-494A-BE4B-C875E66D7D80}" dt="2025-06-27T21:15:02.510" v="40" actId="47"/>
        <pc:sldMkLst>
          <pc:docMk/>
          <pc:sldMk cId="404613775" sldId="301"/>
        </pc:sldMkLst>
      </pc:sldChg>
      <pc:sldChg chg="add">
        <pc:chgData name="Starschich, Eugen" userId="26490f84-3a52-4393-8e46-f0cdfb6c1e50" providerId="ADAL" clId="{82AF0FAF-4F26-494A-BE4B-C875E66D7D80}" dt="2025-06-27T21:15:00.348" v="39"/>
        <pc:sldMkLst>
          <pc:docMk/>
          <pc:sldMk cId="697638917" sldId="302"/>
        </pc:sldMkLst>
      </pc:sldChg>
      <pc:sldChg chg="addSp delSp modSp add mod">
        <pc:chgData name="Starschich, Eugen" userId="26490f84-3a52-4393-8e46-f0cdfb6c1e50" providerId="ADAL" clId="{82AF0FAF-4F26-494A-BE4B-C875E66D7D80}" dt="2025-06-27T21:20:14.957" v="440" actId="20577"/>
        <pc:sldMkLst>
          <pc:docMk/>
          <pc:sldMk cId="2299651307" sldId="303"/>
        </pc:sldMkLst>
      </pc:sldChg>
      <pc:sldChg chg="addSp delSp modSp add mod">
        <pc:chgData name="Starschich, Eugen" userId="26490f84-3a52-4393-8e46-f0cdfb6c1e50" providerId="ADAL" clId="{82AF0FAF-4F26-494A-BE4B-C875E66D7D80}" dt="2025-06-27T21:24:58.507" v="600" actId="1037"/>
        <pc:sldMkLst>
          <pc:docMk/>
          <pc:sldMk cId="4212354414" sldId="304"/>
        </pc:sldMkLst>
      </pc:sldChg>
      <pc:sldChg chg="addSp delSp modSp add mod">
        <pc:chgData name="Starschich, Eugen" userId="26490f84-3a52-4393-8e46-f0cdfb6c1e50" providerId="ADAL" clId="{82AF0FAF-4F26-494A-BE4B-C875E66D7D80}" dt="2025-06-27T21:28:33.260" v="628" actId="1076"/>
        <pc:sldMkLst>
          <pc:docMk/>
          <pc:sldMk cId="76303155" sldId="305"/>
        </pc:sldMkLst>
      </pc:sldChg>
      <pc:sldMasterChg chg="delSldLayout">
        <pc:chgData name="Starschich, Eugen" userId="26490f84-3a52-4393-8e46-f0cdfb6c1e50" providerId="ADAL" clId="{82AF0FAF-4F26-494A-BE4B-C875E66D7D80}" dt="2025-06-27T21:15:02.510" v="40" actId="47"/>
        <pc:sldMasterMkLst>
          <pc:docMk/>
          <pc:sldMasterMk cId="0" sldId="2147483648"/>
        </pc:sldMasterMkLst>
        <pc:sldLayoutChg chg="del">
          <pc:chgData name="Starschich, Eugen" userId="26490f84-3a52-4393-8e46-f0cdfb6c1e50" providerId="ADAL" clId="{82AF0FAF-4F26-494A-BE4B-C875E66D7D80}" dt="2025-06-27T21:15:02.510" v="40" actId="47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  <pc:docChgLst>
    <pc:chgData name="Starschich, Eugen" userId="26490f84-3a52-4393-8e46-f0cdfb6c1e50" providerId="ADAL" clId="{3FB931E5-39EC-4361-8B25-8217F85E0B1E}"/>
    <pc:docChg chg="delSld modSld">
      <pc:chgData name="Starschich, Eugen" userId="26490f84-3a52-4393-8e46-f0cdfb6c1e50" providerId="ADAL" clId="{3FB931E5-39EC-4361-8B25-8217F85E0B1E}" dt="2025-11-06T01:00:36.389" v="2" actId="1076"/>
      <pc:docMkLst>
        <pc:docMk/>
      </pc:docMkLst>
      <pc:sldChg chg="modSp mod">
        <pc:chgData name="Starschich, Eugen" userId="26490f84-3a52-4393-8e46-f0cdfb6c1e50" providerId="ADAL" clId="{3FB931E5-39EC-4361-8B25-8217F85E0B1E}" dt="2025-11-06T01:00:36.389" v="2" actId="1076"/>
        <pc:sldMkLst>
          <pc:docMk/>
          <pc:sldMk cId="143715627" sldId="288"/>
        </pc:sldMkLst>
        <pc:spChg chg="mod">
          <ac:chgData name="Starschich, Eugen" userId="26490f84-3a52-4393-8e46-f0cdfb6c1e50" providerId="ADAL" clId="{3FB931E5-39EC-4361-8B25-8217F85E0B1E}" dt="2025-11-06T01:00:36.389" v="2" actId="1076"/>
          <ac:spMkLst>
            <pc:docMk/>
            <pc:sldMk cId="143715627" sldId="288"/>
            <ac:spMk id="70" creationId="{1FA8F0AE-8FAD-3421-E32F-526282640451}"/>
          </ac:spMkLst>
        </pc:spChg>
      </pc:sldChg>
      <pc:sldChg chg="del">
        <pc:chgData name="Starschich, Eugen" userId="26490f84-3a52-4393-8e46-f0cdfb6c1e50" providerId="ADAL" clId="{3FB931E5-39EC-4361-8B25-8217F85E0B1E}" dt="2025-10-31T04:35:38.049" v="0" actId="47"/>
        <pc:sldMkLst>
          <pc:docMk/>
          <pc:sldMk cId="2039526954" sldId="292"/>
        </pc:sldMkLst>
      </pc:sldChg>
      <pc:sldChg chg="del">
        <pc:chgData name="Starschich, Eugen" userId="26490f84-3a52-4393-8e46-f0cdfb6c1e50" providerId="ADAL" clId="{3FB931E5-39EC-4361-8B25-8217F85E0B1E}" dt="2025-10-31T04:35:38.049" v="0" actId="47"/>
        <pc:sldMkLst>
          <pc:docMk/>
          <pc:sldMk cId="1330405918" sldId="293"/>
        </pc:sldMkLst>
      </pc:sldChg>
      <pc:sldChg chg="modSp mod">
        <pc:chgData name="Starschich, Eugen" userId="26490f84-3a52-4393-8e46-f0cdfb6c1e50" providerId="ADAL" clId="{3FB931E5-39EC-4361-8B25-8217F85E0B1E}" dt="2025-11-06T00:56:23.743" v="1" actId="14100"/>
        <pc:sldMkLst>
          <pc:docMk/>
          <pc:sldMk cId="4172694917" sldId="296"/>
        </pc:sldMkLst>
        <pc:spChg chg="mod">
          <ac:chgData name="Starschich, Eugen" userId="26490f84-3a52-4393-8e46-f0cdfb6c1e50" providerId="ADAL" clId="{3FB931E5-39EC-4361-8B25-8217F85E0B1E}" dt="2025-11-06T00:56:23.743" v="1" actId="14100"/>
          <ac:spMkLst>
            <pc:docMk/>
            <pc:sldMk cId="4172694917" sldId="296"/>
            <ac:spMk id="7" creationId="{F37FF31A-4C18-0BFD-A9A5-1B7F349D7939}"/>
          </ac:spMkLst>
        </pc:spChg>
      </pc:sldChg>
    </pc:docChg>
  </pc:docChgLst>
  <pc:docChgLst>
    <pc:chgData name="Starschich, Eugen" userId="26490f84-3a52-4393-8e46-f0cdfb6c1e50" providerId="ADAL" clId="{ED861F87-AFCC-4ABE-BCF1-A917D967D4DA}"/>
    <pc:docChg chg="undo custSel addSld delSld modSld">
      <pc:chgData name="Starschich, Eugen" userId="26490f84-3a52-4393-8e46-f0cdfb6c1e50" providerId="ADAL" clId="{ED861F87-AFCC-4ABE-BCF1-A917D967D4DA}" dt="2025-04-17T03:41:31.611" v="2800" actId="20577"/>
      <pc:docMkLst>
        <pc:docMk/>
      </pc:docMkLst>
      <pc:sldChg chg="modSp mod">
        <pc:chgData name="Starschich, Eugen" userId="26490f84-3a52-4393-8e46-f0cdfb6c1e50" providerId="ADAL" clId="{ED861F87-AFCC-4ABE-BCF1-A917D967D4DA}" dt="2025-04-16T21:23:53.765" v="29" actId="20577"/>
        <pc:sldMkLst>
          <pc:docMk/>
          <pc:sldMk cId="0" sldId="256"/>
        </pc:sldMkLst>
      </pc:sldChg>
      <pc:sldChg chg="addSp delSp modSp mod">
        <pc:chgData name="Starschich, Eugen" userId="26490f84-3a52-4393-8e46-f0cdfb6c1e50" providerId="ADAL" clId="{ED861F87-AFCC-4ABE-BCF1-A917D967D4DA}" dt="2025-04-16T21:43:17.924" v="274" actId="6549"/>
        <pc:sldMkLst>
          <pc:docMk/>
          <pc:sldMk cId="0" sldId="257"/>
        </pc:sldMkLst>
      </pc:sldChg>
      <pc:sldChg chg="del">
        <pc:chgData name="Starschich, Eugen" userId="26490f84-3a52-4393-8e46-f0cdfb6c1e50" providerId="ADAL" clId="{ED861F87-AFCC-4ABE-BCF1-A917D967D4DA}" dt="2025-04-17T00:29:09.004" v="1034" actId="47"/>
        <pc:sldMkLst>
          <pc:docMk/>
          <pc:sldMk cId="0" sldId="258"/>
        </pc:sldMkLst>
      </pc:sldChg>
      <pc:sldChg chg="addSp delSp modSp mod">
        <pc:chgData name="Starschich, Eugen" userId="26490f84-3a52-4393-8e46-f0cdfb6c1e50" providerId="ADAL" clId="{ED861F87-AFCC-4ABE-BCF1-A917D967D4DA}" dt="2025-04-17T02:05:57.116" v="1177" actId="14100"/>
        <pc:sldMkLst>
          <pc:docMk/>
          <pc:sldMk cId="86807171" sldId="280"/>
        </pc:sldMkLst>
      </pc:sldChg>
      <pc:sldChg chg="del">
        <pc:chgData name="Starschich, Eugen" userId="26490f84-3a52-4393-8e46-f0cdfb6c1e50" providerId="ADAL" clId="{ED861F87-AFCC-4ABE-BCF1-A917D967D4DA}" dt="2025-04-17T00:29:09.004" v="1034" actId="47"/>
        <pc:sldMkLst>
          <pc:docMk/>
          <pc:sldMk cId="1167836922" sldId="281"/>
        </pc:sldMkLst>
      </pc:sldChg>
      <pc:sldChg chg="del">
        <pc:chgData name="Starschich, Eugen" userId="26490f84-3a52-4393-8e46-f0cdfb6c1e50" providerId="ADAL" clId="{ED861F87-AFCC-4ABE-BCF1-A917D967D4DA}" dt="2025-04-17T00:29:09.004" v="1034" actId="47"/>
        <pc:sldMkLst>
          <pc:docMk/>
          <pc:sldMk cId="999728900" sldId="282"/>
        </pc:sldMkLst>
      </pc:sldChg>
      <pc:sldChg chg="del">
        <pc:chgData name="Starschich, Eugen" userId="26490f84-3a52-4393-8e46-f0cdfb6c1e50" providerId="ADAL" clId="{ED861F87-AFCC-4ABE-BCF1-A917D967D4DA}" dt="2025-04-17T00:29:09.004" v="1034" actId="47"/>
        <pc:sldMkLst>
          <pc:docMk/>
          <pc:sldMk cId="291244002" sldId="283"/>
        </pc:sldMkLst>
      </pc:sldChg>
      <pc:sldChg chg="del">
        <pc:chgData name="Starschich, Eugen" userId="26490f84-3a52-4393-8e46-f0cdfb6c1e50" providerId="ADAL" clId="{ED861F87-AFCC-4ABE-BCF1-A917D967D4DA}" dt="2025-04-17T00:29:09.004" v="1034" actId="47"/>
        <pc:sldMkLst>
          <pc:docMk/>
          <pc:sldMk cId="3844369921" sldId="284"/>
        </pc:sldMkLst>
      </pc:sldChg>
      <pc:sldChg chg="del">
        <pc:chgData name="Starschich, Eugen" userId="26490f84-3a52-4393-8e46-f0cdfb6c1e50" providerId="ADAL" clId="{ED861F87-AFCC-4ABE-BCF1-A917D967D4DA}" dt="2025-04-17T00:29:09.004" v="1034" actId="47"/>
        <pc:sldMkLst>
          <pc:docMk/>
          <pc:sldMk cId="3865917577" sldId="285"/>
        </pc:sldMkLst>
      </pc:sldChg>
      <pc:sldChg chg="del">
        <pc:chgData name="Starschich, Eugen" userId="26490f84-3a52-4393-8e46-f0cdfb6c1e50" providerId="ADAL" clId="{ED861F87-AFCC-4ABE-BCF1-A917D967D4DA}" dt="2025-04-17T00:29:09.004" v="1034" actId="47"/>
        <pc:sldMkLst>
          <pc:docMk/>
          <pc:sldMk cId="764706609" sldId="286"/>
        </pc:sldMkLst>
      </pc:sldChg>
      <pc:sldChg chg="del">
        <pc:chgData name="Starschich, Eugen" userId="26490f84-3a52-4393-8e46-f0cdfb6c1e50" providerId="ADAL" clId="{ED861F87-AFCC-4ABE-BCF1-A917D967D4DA}" dt="2025-04-17T00:29:09.004" v="1034" actId="47"/>
        <pc:sldMkLst>
          <pc:docMk/>
          <pc:sldMk cId="2712047640" sldId="287"/>
        </pc:sldMkLst>
      </pc:sldChg>
      <pc:sldChg chg="addSp delSp modSp add mod">
        <pc:chgData name="Starschich, Eugen" userId="26490f84-3a52-4393-8e46-f0cdfb6c1e50" providerId="ADAL" clId="{ED861F87-AFCC-4ABE-BCF1-A917D967D4DA}" dt="2025-04-17T00:23:26.801" v="1006" actId="1035"/>
        <pc:sldMkLst>
          <pc:docMk/>
          <pc:sldMk cId="143715627" sldId="288"/>
        </pc:sldMkLst>
      </pc:sldChg>
      <pc:sldChg chg="addSp delSp modSp add mod">
        <pc:chgData name="Starschich, Eugen" userId="26490f84-3a52-4393-8e46-f0cdfb6c1e50" providerId="ADAL" clId="{ED861F87-AFCC-4ABE-BCF1-A917D967D4DA}" dt="2025-04-17T00:27:31.211" v="1033" actId="6549"/>
        <pc:sldMkLst>
          <pc:docMk/>
          <pc:sldMk cId="4078952661" sldId="289"/>
        </pc:sldMkLst>
      </pc:sldChg>
      <pc:sldChg chg="addSp delSp modSp add mod">
        <pc:chgData name="Starschich, Eugen" userId="26490f84-3a52-4393-8e46-f0cdfb6c1e50" providerId="ADAL" clId="{ED861F87-AFCC-4ABE-BCF1-A917D967D4DA}" dt="2025-04-17T02:10:09.799" v="1530" actId="20577"/>
        <pc:sldMkLst>
          <pc:docMk/>
          <pc:sldMk cId="4223156511" sldId="290"/>
        </pc:sldMkLst>
      </pc:sldChg>
      <pc:sldChg chg="addSp delSp modSp add mod">
        <pc:chgData name="Starschich, Eugen" userId="26490f84-3a52-4393-8e46-f0cdfb6c1e50" providerId="ADAL" clId="{ED861F87-AFCC-4ABE-BCF1-A917D967D4DA}" dt="2025-04-17T01:12:15.213" v="1080" actId="478"/>
        <pc:sldMkLst>
          <pc:docMk/>
          <pc:sldMk cId="3326147830" sldId="291"/>
        </pc:sldMkLst>
      </pc:sldChg>
      <pc:sldChg chg="addSp delSp modSp add mod">
        <pc:chgData name="Starschich, Eugen" userId="26490f84-3a52-4393-8e46-f0cdfb6c1e50" providerId="ADAL" clId="{ED861F87-AFCC-4ABE-BCF1-A917D967D4DA}" dt="2025-04-17T03:06:42.347" v="2776" actId="1076"/>
        <pc:sldMkLst>
          <pc:docMk/>
          <pc:sldMk cId="2039526954" sldId="292"/>
        </pc:sldMkLst>
      </pc:sldChg>
      <pc:sldChg chg="addSp delSp modSp add mod">
        <pc:chgData name="Starschich, Eugen" userId="26490f84-3a52-4393-8e46-f0cdfb6c1e50" providerId="ADAL" clId="{ED861F87-AFCC-4ABE-BCF1-A917D967D4DA}" dt="2025-04-17T03:41:31.611" v="2800" actId="20577"/>
        <pc:sldMkLst>
          <pc:docMk/>
          <pc:sldMk cId="1330405918" sldId="293"/>
        </pc:sldMkLst>
      </pc:sldChg>
      <pc:sldChg chg="add del">
        <pc:chgData name="Starschich, Eugen" userId="26490f84-3a52-4393-8e46-f0cdfb6c1e50" providerId="ADAL" clId="{ED861F87-AFCC-4ABE-BCF1-A917D967D4DA}" dt="2025-04-17T01:21:10.910" v="1100" actId="47"/>
        <pc:sldMkLst>
          <pc:docMk/>
          <pc:sldMk cId="3829504674" sldId="293"/>
        </pc:sldMkLst>
      </pc:sldChg>
    </pc:docChg>
  </pc:docChgLst>
  <pc:docChgLst>
    <pc:chgData name="Starschich, Eugen" userId="26490f84-3a52-4393-8e46-f0cdfb6c1e50" providerId="ADAL" clId="{DB9C58C4-57B5-420C-9F3E-29DFCB56FB01}"/>
    <pc:docChg chg="custSel addSld modSld">
      <pc:chgData name="Starschich, Eugen" userId="26490f84-3a52-4393-8e46-f0cdfb6c1e50" providerId="ADAL" clId="{DB9C58C4-57B5-420C-9F3E-29DFCB56FB01}" dt="2025-04-11T13:42:12.042" v="587" actId="20577"/>
      <pc:docMkLst>
        <pc:docMk/>
      </pc:docMkLst>
      <pc:sldChg chg="addSp delSp modSp add mod">
        <pc:chgData name="Starschich, Eugen" userId="26490f84-3a52-4393-8e46-f0cdfb6c1e50" providerId="ADAL" clId="{DB9C58C4-57B5-420C-9F3E-29DFCB56FB01}" dt="2025-04-11T13:42:12.042" v="587" actId="20577"/>
        <pc:sldMkLst>
          <pc:docMk/>
          <pc:sldMk cId="2712047640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D5CE5494-55B5-D96A-9492-9EDA6C72C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8EC156A2-D7C3-7F1F-65EF-BD2F2F6A0A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F513D2E8-2385-C96D-1C2D-2156FB1015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82176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56930F1E-8869-7990-55A0-A4E2732BF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B93F2B88-90A8-532E-3642-A0ECABEB46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AF6B6847-3DAA-2650-8139-704FBD6234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9066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8E30626B-D187-B50F-0C94-382DD3DC4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5E7A1F3-72D3-A79C-C0F4-19FB38DF23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700005E9-2C45-7096-E706-F3F2860AF1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0911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930EDBE9-0CD7-B037-C95D-3D4604040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9F98CBA9-7243-89B9-382D-086AF537B3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812C05A1-9B80-7A03-92C0-A5787FFEDB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2112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121DE85D-209F-A1F2-9A48-F84E7628A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02BFB32D-A0A5-62A0-DEDF-C79B8D4958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81A018DA-44B4-F04A-0579-75A262B60D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0372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0BFA84AF-32DE-2E76-D6D4-853D7A70A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FBC71DEF-C3BB-0BE5-C5B2-583F2E304C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7490F8F1-BAAD-5948-3B94-729701A2BA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45569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FF11F7C1-6854-75FC-9748-3BF93F5A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E882201C-D631-E650-D01F-26C4D27B9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46EA4BAC-149F-8A5A-D4B9-4AC703CE03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83997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7743B1B5-BD6F-2779-DD4E-735440518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31357375-EE38-5A58-1B63-58A413B3A8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F34CF081-1450-EBEF-B325-1BA688D7F3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419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51B78539-CB21-64C6-ECD8-8453B05DE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803FF340-4C3B-AE4E-C3F8-1A5A17F88B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097B995C-F4D8-E7DC-A6DF-4DF96C1522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498273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61F04304-E13F-B0E5-81CD-1742C30F8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F807033D-EB89-F244-C259-4E1980EA86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B10EB9D0-C1D9-CCB0-9CB7-ACD6EC5A70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000747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BBA8AA74-D7DF-E2E5-D615-8E544F614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6DDDC6A4-DB89-4B10-9F7C-D9F361847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7F79FDAD-885F-25D3-53B5-167708A211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45003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942896B7-917D-7647-9F98-A8C934F58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8085C396-289A-0D8B-7E52-B4FA726E93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ED9B92C5-8C81-71E7-D5BD-1BD697A3AF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952529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80183144-A8FC-34A7-982B-944A8BFB4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940D852E-1533-8A96-9A74-6A0E52F10D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941BE321-A38F-63CD-D1F1-C687FC00A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0690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48F50230-502B-9F9D-4B35-AAE0D8CAF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C82212A0-2A34-7805-5F4A-94022955E6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75B2E3CD-1577-31C3-5137-E98346447D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73977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0449389E-F860-742F-1419-067AA8CE6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>
            <a:extLst>
              <a:ext uri="{FF2B5EF4-FFF2-40B4-BE49-F238E27FC236}">
                <a16:creationId xmlns:a16="http://schemas.microsoft.com/office/drawing/2014/main" id="{224A3C3C-49F6-765E-E359-878927751A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1987750A-AA98-8800-74A3-70191C5137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31378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" name="Google Shape;8;p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" y="0"/>
            <a:ext cx="12447917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7"/>
          <p:cNvSpPr txBox="1"/>
          <p:nvPr/>
        </p:nvSpPr>
        <p:spPr>
          <a:xfrm>
            <a:off x="3259138" y="247650"/>
            <a:ext cx="1739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Course: ECE 652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7"/>
          <p:cNvSpPr txBox="1"/>
          <p:nvPr/>
        </p:nvSpPr>
        <p:spPr>
          <a:xfrm>
            <a:off x="10861157" y="247650"/>
            <a:ext cx="9620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NJIT Online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7"/>
          <p:cNvGrpSpPr/>
          <p:nvPr/>
        </p:nvGrpSpPr>
        <p:grpSpPr>
          <a:xfrm>
            <a:off x="417513" y="247650"/>
            <a:ext cx="817562" cy="365125"/>
            <a:chOff x="680603" y="376946"/>
            <a:chExt cx="1172845" cy="524163"/>
          </a:xfrm>
        </p:grpSpPr>
        <p:pic>
          <p:nvPicPr>
            <p:cNvPr id="12" name="Google Shape;12;p7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686939" y="376946"/>
              <a:ext cx="241270" cy="237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3;p7"/>
            <p:cNvSpPr/>
            <p:nvPr/>
          </p:nvSpPr>
          <p:spPr>
            <a:xfrm>
              <a:off x="1049898" y="382094"/>
              <a:ext cx="103505" cy="306705"/>
            </a:xfrm>
            <a:custGeom>
              <a:avLst/>
              <a:gdLst/>
              <a:ahLst/>
              <a:cxnLst/>
              <a:rect l="l" t="t" r="r" b="b"/>
              <a:pathLst>
                <a:path w="103505" h="306705" extrusionOk="0">
                  <a:moveTo>
                    <a:pt x="100845" y="0"/>
                  </a:moveTo>
                  <a:lnTo>
                    <a:pt x="87388" y="145"/>
                  </a:lnTo>
                  <a:lnTo>
                    <a:pt x="62814" y="931"/>
                  </a:lnTo>
                  <a:lnTo>
                    <a:pt x="37059" y="145"/>
                  </a:lnTo>
                  <a:lnTo>
                    <a:pt x="21077" y="0"/>
                  </a:lnTo>
                  <a:lnTo>
                    <a:pt x="18931" y="607"/>
                  </a:lnTo>
                  <a:lnTo>
                    <a:pt x="18931" y="4816"/>
                  </a:lnTo>
                  <a:lnTo>
                    <a:pt x="20774" y="5455"/>
                  </a:lnTo>
                  <a:lnTo>
                    <a:pt x="28292" y="5455"/>
                  </a:lnTo>
                  <a:lnTo>
                    <a:pt x="30595" y="5727"/>
                  </a:lnTo>
                  <a:lnTo>
                    <a:pt x="43014" y="8439"/>
                  </a:lnTo>
                  <a:lnTo>
                    <a:pt x="42585" y="13298"/>
                  </a:lnTo>
                  <a:lnTo>
                    <a:pt x="43537" y="31180"/>
                  </a:lnTo>
                  <a:lnTo>
                    <a:pt x="43714" y="41981"/>
                  </a:lnTo>
                  <a:lnTo>
                    <a:pt x="43789" y="87630"/>
                  </a:lnTo>
                  <a:lnTo>
                    <a:pt x="43789" y="174371"/>
                  </a:lnTo>
                  <a:lnTo>
                    <a:pt x="43477" y="213698"/>
                  </a:lnTo>
                  <a:lnTo>
                    <a:pt x="34353" y="268000"/>
                  </a:lnTo>
                  <a:lnTo>
                    <a:pt x="1507" y="301299"/>
                  </a:lnTo>
                  <a:lnTo>
                    <a:pt x="0" y="302493"/>
                  </a:lnTo>
                  <a:lnTo>
                    <a:pt x="0" y="305498"/>
                  </a:lnTo>
                  <a:lnTo>
                    <a:pt x="1193" y="306440"/>
                  </a:lnTo>
                  <a:lnTo>
                    <a:pt x="3905" y="306440"/>
                  </a:lnTo>
                  <a:lnTo>
                    <a:pt x="6334" y="305823"/>
                  </a:lnTo>
                  <a:lnTo>
                    <a:pt x="8460" y="304608"/>
                  </a:lnTo>
                  <a:lnTo>
                    <a:pt x="19643" y="299174"/>
                  </a:lnTo>
                  <a:lnTo>
                    <a:pt x="57716" y="268423"/>
                  </a:lnTo>
                  <a:lnTo>
                    <a:pt x="78582" y="226562"/>
                  </a:lnTo>
                  <a:lnTo>
                    <a:pt x="82165" y="186130"/>
                  </a:lnTo>
                  <a:lnTo>
                    <a:pt x="81243" y="143545"/>
                  </a:lnTo>
                  <a:lnTo>
                    <a:pt x="81252" y="59589"/>
                  </a:lnTo>
                  <a:lnTo>
                    <a:pt x="81495" y="31180"/>
                  </a:lnTo>
                  <a:lnTo>
                    <a:pt x="82447" y="12994"/>
                  </a:lnTo>
                  <a:lnTo>
                    <a:pt x="83452" y="7853"/>
                  </a:lnTo>
                  <a:lnTo>
                    <a:pt x="95222" y="5727"/>
                  </a:lnTo>
                  <a:lnTo>
                    <a:pt x="92981" y="5779"/>
                  </a:lnTo>
                  <a:lnTo>
                    <a:pt x="101148" y="5141"/>
                  </a:lnTo>
                  <a:lnTo>
                    <a:pt x="102949" y="4816"/>
                  </a:lnTo>
                  <a:lnTo>
                    <a:pt x="102949" y="607"/>
                  </a:lnTo>
                  <a:lnTo>
                    <a:pt x="1008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" name="Google Shape;14;p7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1300789" y="382094"/>
              <a:ext cx="87630" cy="228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15;p7"/>
            <p:cNvSpPr/>
            <p:nvPr/>
          </p:nvSpPr>
          <p:spPr>
            <a:xfrm>
              <a:off x="680603" y="377869"/>
              <a:ext cx="1172845" cy="523240"/>
            </a:xfrm>
            <a:custGeom>
              <a:avLst/>
              <a:gdLst/>
              <a:ahLst/>
              <a:cxnLst/>
              <a:rect l="l" t="t" r="r" b="b"/>
              <a:pathLst>
                <a:path w="1172845" h="523240" extrusionOk="0">
                  <a:moveTo>
                    <a:pt x="857000" y="0"/>
                  </a:moveTo>
                  <a:lnTo>
                    <a:pt x="852780" y="0"/>
                  </a:lnTo>
                  <a:lnTo>
                    <a:pt x="851879" y="1811"/>
                  </a:lnTo>
                  <a:lnTo>
                    <a:pt x="847574" y="22189"/>
                  </a:lnTo>
                  <a:lnTo>
                    <a:pt x="845531" y="33342"/>
                  </a:lnTo>
                  <a:lnTo>
                    <a:pt x="844623" y="40490"/>
                  </a:lnTo>
                  <a:lnTo>
                    <a:pt x="844623" y="43789"/>
                  </a:lnTo>
                  <a:lnTo>
                    <a:pt x="845241" y="45328"/>
                  </a:lnTo>
                  <a:lnTo>
                    <a:pt x="849146" y="45328"/>
                  </a:lnTo>
                  <a:lnTo>
                    <a:pt x="850047" y="44092"/>
                  </a:lnTo>
                  <a:lnTo>
                    <a:pt x="851262" y="39244"/>
                  </a:lnTo>
                  <a:lnTo>
                    <a:pt x="852780" y="35611"/>
                  </a:lnTo>
                  <a:lnTo>
                    <a:pt x="930076" y="21140"/>
                  </a:lnTo>
                  <a:lnTo>
                    <a:pt x="930052" y="165597"/>
                  </a:lnTo>
                  <a:lnTo>
                    <a:pt x="928579" y="212956"/>
                  </a:lnTo>
                  <a:lnTo>
                    <a:pt x="915574" y="230872"/>
                  </a:lnTo>
                  <a:lnTo>
                    <a:pt x="906590" y="230872"/>
                  </a:lnTo>
                  <a:lnTo>
                    <a:pt x="832257" y="234620"/>
                  </a:lnTo>
                  <a:lnTo>
                    <a:pt x="759564" y="241935"/>
                  </a:lnTo>
                  <a:lnTo>
                    <a:pt x="688744" y="252412"/>
                  </a:lnTo>
                  <a:lnTo>
                    <a:pt x="620035" y="265644"/>
                  </a:lnTo>
                  <a:lnTo>
                    <a:pt x="553671" y="281227"/>
                  </a:lnTo>
                  <a:lnTo>
                    <a:pt x="489889" y="298756"/>
                  </a:lnTo>
                  <a:lnTo>
                    <a:pt x="428924" y="317824"/>
                  </a:lnTo>
                  <a:lnTo>
                    <a:pt x="371012" y="338027"/>
                  </a:lnTo>
                  <a:lnTo>
                    <a:pt x="316389" y="358959"/>
                  </a:lnTo>
                  <a:lnTo>
                    <a:pt x="265290" y="380214"/>
                  </a:lnTo>
                  <a:lnTo>
                    <a:pt x="217951" y="401388"/>
                  </a:lnTo>
                  <a:lnTo>
                    <a:pt x="174608" y="422076"/>
                  </a:lnTo>
                  <a:lnTo>
                    <a:pt x="135496" y="441870"/>
                  </a:lnTo>
                  <a:lnTo>
                    <a:pt x="100852" y="460368"/>
                  </a:lnTo>
                  <a:lnTo>
                    <a:pt x="45908" y="491847"/>
                  </a:lnTo>
                  <a:lnTo>
                    <a:pt x="11662" y="513271"/>
                  </a:lnTo>
                  <a:lnTo>
                    <a:pt x="0" y="521397"/>
                  </a:lnTo>
                  <a:lnTo>
                    <a:pt x="879" y="522675"/>
                  </a:lnTo>
                  <a:lnTo>
                    <a:pt x="2617" y="523010"/>
                  </a:lnTo>
                  <a:lnTo>
                    <a:pt x="16076" y="514646"/>
                  </a:lnTo>
                  <a:lnTo>
                    <a:pt x="30286" y="506314"/>
                  </a:lnTo>
                  <a:lnTo>
                    <a:pt x="74424" y="482231"/>
                  </a:lnTo>
                  <a:lnTo>
                    <a:pt x="138775" y="450581"/>
                  </a:lnTo>
                  <a:lnTo>
                    <a:pt x="178248" y="432789"/>
                  </a:lnTo>
                  <a:lnTo>
                    <a:pt x="222438" y="414151"/>
                  </a:lnTo>
                  <a:lnTo>
                    <a:pt x="271232" y="395015"/>
                  </a:lnTo>
                  <a:lnTo>
                    <a:pt x="324518" y="375728"/>
                  </a:lnTo>
                  <a:lnTo>
                    <a:pt x="382184" y="356641"/>
                  </a:lnTo>
                  <a:lnTo>
                    <a:pt x="444117" y="338101"/>
                  </a:lnTo>
                  <a:lnTo>
                    <a:pt x="510205" y="320457"/>
                  </a:lnTo>
                  <a:lnTo>
                    <a:pt x="580337" y="304057"/>
                  </a:lnTo>
                  <a:lnTo>
                    <a:pt x="654399" y="289249"/>
                  </a:lnTo>
                  <a:lnTo>
                    <a:pt x="732281" y="276382"/>
                  </a:lnTo>
                  <a:lnTo>
                    <a:pt x="813868" y="265805"/>
                  </a:lnTo>
                  <a:lnTo>
                    <a:pt x="899051" y="257866"/>
                  </a:lnTo>
                  <a:lnTo>
                    <a:pt x="991483" y="251346"/>
                  </a:lnTo>
                  <a:lnTo>
                    <a:pt x="1066488" y="246686"/>
                  </a:lnTo>
                  <a:lnTo>
                    <a:pt x="1122355" y="243655"/>
                  </a:lnTo>
                  <a:lnTo>
                    <a:pt x="1171241" y="241594"/>
                  </a:lnTo>
                  <a:lnTo>
                    <a:pt x="1172498" y="240631"/>
                  </a:lnTo>
                  <a:lnTo>
                    <a:pt x="1134845" y="233772"/>
                  </a:lnTo>
                  <a:lnTo>
                    <a:pt x="1078170" y="230715"/>
                  </a:lnTo>
                  <a:lnTo>
                    <a:pt x="988315" y="229657"/>
                  </a:lnTo>
                  <a:lnTo>
                    <a:pt x="972075" y="227678"/>
                  </a:lnTo>
                  <a:lnTo>
                    <a:pt x="968043" y="184346"/>
                  </a:lnTo>
                  <a:lnTo>
                    <a:pt x="967855" y="145042"/>
                  </a:lnTo>
                  <a:lnTo>
                    <a:pt x="967855" y="21140"/>
                  </a:lnTo>
                  <a:lnTo>
                    <a:pt x="1022732" y="23845"/>
                  </a:lnTo>
                  <a:lnTo>
                    <a:pt x="1042135" y="46825"/>
                  </a:lnTo>
                  <a:lnTo>
                    <a:pt x="1042743" y="48354"/>
                  </a:lnTo>
                  <a:lnTo>
                    <a:pt x="1046983" y="48354"/>
                  </a:lnTo>
                  <a:lnTo>
                    <a:pt x="1047559" y="46511"/>
                  </a:lnTo>
                  <a:lnTo>
                    <a:pt x="1047884" y="43496"/>
                  </a:lnTo>
                  <a:lnTo>
                    <a:pt x="1048784" y="3884"/>
                  </a:lnTo>
                  <a:lnTo>
                    <a:pt x="1048481" y="2083"/>
                  </a:lnTo>
                  <a:lnTo>
                    <a:pt x="1045172" y="2083"/>
                  </a:lnTo>
                  <a:lnTo>
                    <a:pt x="1038209" y="3612"/>
                  </a:lnTo>
                  <a:lnTo>
                    <a:pt x="1027047" y="5151"/>
                  </a:lnTo>
                  <a:lnTo>
                    <a:pt x="890079" y="5042"/>
                  </a:lnTo>
                  <a:lnTo>
                    <a:pt x="874576" y="4246"/>
                  </a:lnTo>
                  <a:lnTo>
                    <a:pt x="860047" y="3026"/>
                  </a:lnTo>
                  <a:lnTo>
                    <a:pt x="85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>
            <a:spLocks noGrp="1"/>
          </p:cNvSpPr>
          <p:nvPr>
            <p:ph type="ctrTitle" idx="4294967295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1</a:t>
            </a:r>
            <a:r>
              <a:rPr lang="en-DE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4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 txBox="1"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DE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ontrol</a:t>
            </a:r>
            <a:r>
              <a:rPr lang="en-DE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&amp; Protection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5F692D47-0FA6-5055-2110-2B2DA16AD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FB80D337-D4D5-F468-4D05-815F12CEC0B1}"/>
              </a:ext>
            </a:extLst>
          </p:cNvPr>
          <p:cNvSpPr txBox="1"/>
          <p:nvPr/>
        </p:nvSpPr>
        <p:spPr>
          <a:xfrm>
            <a:off x="115900" y="985000"/>
            <a:ext cx="8109366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can a converter control?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9;p19">
            <a:extLst>
              <a:ext uri="{FF2B5EF4-FFF2-40B4-BE49-F238E27FC236}">
                <a16:creationId xmlns:a16="http://schemas.microsoft.com/office/drawing/2014/main" id="{777397D3-8031-74BE-2975-E47303F5E396}"/>
              </a:ext>
            </a:extLst>
          </p:cNvPr>
          <p:cNvSpPr txBox="1"/>
          <p:nvPr/>
        </p:nvSpPr>
        <p:spPr>
          <a:xfrm>
            <a:off x="6054108" y="1727821"/>
            <a:ext cx="5737752" cy="498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values of the fast control loop: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DE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voltage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 current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 current</a:t>
            </a:r>
          </a:p>
          <a:p>
            <a:pPr marL="520700" lvl="8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phase active current </a:t>
            </a:r>
            <a:r>
              <a:rPr lang="en-DE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DE" sz="2000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p,psf</a:t>
            </a:r>
            <a:endParaRPr lang="en-DE" sz="2000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lvl="8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phase reactive current </a:t>
            </a:r>
            <a:r>
              <a:rPr lang="en-DE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DE" sz="2000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q,psf</a:t>
            </a:r>
            <a:endParaRPr lang="en-DE" sz="2000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lvl="8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 phase active current </a:t>
            </a:r>
            <a:r>
              <a:rPr lang="en-DE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DE" sz="2000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q,nsf</a:t>
            </a:r>
            <a:endParaRPr lang="en-DE" sz="2000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0700" lvl="8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 phase reactive current </a:t>
            </a:r>
            <a:r>
              <a:rPr lang="en-DE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DE" sz="2000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q,nsf</a:t>
            </a:r>
            <a:endParaRPr lang="en-DE" sz="2000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 voltage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 frequency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Converter energy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2FEAFB-6556-4313-3EA8-CBAFC6DD4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67" y="1960836"/>
            <a:ext cx="5290409" cy="356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925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FB0B53E7-D1F4-B295-3936-781C3C21B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214DDB36-E159-8550-7B49-799CA8B20E5E}"/>
              </a:ext>
            </a:extLst>
          </p:cNvPr>
          <p:cNvSpPr txBox="1"/>
          <p:nvPr/>
        </p:nvSpPr>
        <p:spPr>
          <a:xfrm>
            <a:off x="115900" y="985000"/>
            <a:ext cx="8109366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Energy flow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9;p19">
            <a:extLst>
              <a:ext uri="{FF2B5EF4-FFF2-40B4-BE49-F238E27FC236}">
                <a16:creationId xmlns:a16="http://schemas.microsoft.com/office/drawing/2014/main" id="{F37FF31A-4C18-0BFD-A9A5-1B7F349D7939}"/>
              </a:ext>
            </a:extLst>
          </p:cNvPr>
          <p:cNvSpPr txBox="1"/>
          <p:nvPr/>
        </p:nvSpPr>
        <p:spPr>
          <a:xfrm>
            <a:off x="6054108" y="1727821"/>
            <a:ext cx="5737752" cy="3941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 panose="020B0604020202020204" pitchFamily="34" charset="0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Converter has only a limited energy storage capability, so that during the steady state operation the energy of the converter must be balanced over one period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 panose="020B0604020202020204" pitchFamily="34" charset="0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 panose="020B0604020202020204" pitchFamily="34" charset="0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energy balancing can be done either through the AC side or  through the DC side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 panose="020B0604020202020204" pitchFamily="34" charset="0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 panose="020B0604020202020204" pitchFamily="34" charset="0"/>
              <a:buChar char="•"/>
            </a:pPr>
            <a:r>
              <a:rPr lang="en-DE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side of the converter defines the power flow, the other side is responsible for t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</a:t>
            </a:r>
            <a:r>
              <a:rPr lang="en-DE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balancing</a:t>
            </a: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E7119BB-09C0-F1FE-89E0-3557371F7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92" y="1805940"/>
            <a:ext cx="3234690" cy="16230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871CDE8-F7B3-7483-31F0-113BADD32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25" y="3883406"/>
            <a:ext cx="2526030" cy="162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694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/>
        </p:nvSpPr>
        <p:spPr>
          <a:xfrm>
            <a:off x="115900" y="985000"/>
            <a:ext cx="8109366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Control Principle of the HVDC Converter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9;p19">
            <a:extLst>
              <a:ext uri="{FF2B5EF4-FFF2-40B4-BE49-F238E27FC236}">
                <a16:creationId xmlns:a16="http://schemas.microsoft.com/office/drawing/2014/main" id="{BFE315FD-6146-7BB2-5B45-7ED01F653050}"/>
              </a:ext>
            </a:extLst>
          </p:cNvPr>
          <p:cNvSpPr txBox="1"/>
          <p:nvPr/>
        </p:nvSpPr>
        <p:spPr>
          <a:xfrm>
            <a:off x="6396466" y="1727821"/>
            <a:ext cx="5395394" cy="475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system consists of three major control loops: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loop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loop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Inner loop</a:t>
            </a: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Impedances of the control loop: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 converter impedance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 converter impedance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 grid impedance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 line impedance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Converter internal impedance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0363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</a:pPr>
            <a:endParaRPr lang="en-DE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D9E26E-E00C-11F5-4B5A-8B906CB9B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82" y="2184526"/>
            <a:ext cx="4980717" cy="29406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C78A1607-955F-3BEE-F045-306CEE5AE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8E94F17B-E4FF-D422-8C32-D68ABA7E2117}"/>
              </a:ext>
            </a:extLst>
          </p:cNvPr>
          <p:cNvSpPr txBox="1"/>
          <p:nvPr/>
        </p:nvSpPr>
        <p:spPr>
          <a:xfrm>
            <a:off x="115900" y="985000"/>
            <a:ext cx="8109366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 current control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9;p19">
            <a:extLst>
              <a:ext uri="{FF2B5EF4-FFF2-40B4-BE49-F238E27FC236}">
                <a16:creationId xmlns:a16="http://schemas.microsoft.com/office/drawing/2014/main" id="{FDAF5D76-2BD6-163E-B68E-1FBAE9FD5EDB}"/>
              </a:ext>
            </a:extLst>
          </p:cNvPr>
          <p:cNvSpPr txBox="1"/>
          <p:nvPr/>
        </p:nvSpPr>
        <p:spPr>
          <a:xfrm>
            <a:off x="6396466" y="1727821"/>
            <a:ext cx="5395394" cy="475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input / Control reference: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DE" sz="2000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</a:t>
            </a:r>
            <a:endParaRPr lang="en-DE" sz="2000" b="0" i="0" u="none" strike="noStrike" cap="none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DE" sz="2000" b="0" i="0" u="none" strike="noStrike" cap="none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 P</a:t>
            </a: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output: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DE" sz="2000" b="0" i="0" u="none" strike="noStrike" cap="none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</a:t>
            </a:r>
            <a:endParaRPr lang="en-DE" sz="2000" b="0" i="0" u="none" strike="noStrike" cap="none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 power is defined by the operator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 voltage is used to control the power flow on the DC side to balance th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converter energy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0363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</a:pPr>
            <a:endParaRPr lang="en-DE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D17B12-6673-B0B7-AD1E-718C26A40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2592000"/>
            <a:ext cx="5246370" cy="166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5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CEAA7A01-E802-4255-A006-48C683FAF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D3F635F3-04E9-1FFB-B72D-EA1CA98FD8C6}"/>
              </a:ext>
            </a:extLst>
          </p:cNvPr>
          <p:cNvSpPr txBox="1"/>
          <p:nvPr/>
        </p:nvSpPr>
        <p:spPr>
          <a:xfrm>
            <a:off x="115900" y="985000"/>
            <a:ext cx="8109366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 voltage control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9;p19">
            <a:extLst>
              <a:ext uri="{FF2B5EF4-FFF2-40B4-BE49-F238E27FC236}">
                <a16:creationId xmlns:a16="http://schemas.microsoft.com/office/drawing/2014/main" id="{238BB048-D91F-6ADD-B1F8-D676A316F8AE}"/>
              </a:ext>
            </a:extLst>
          </p:cNvPr>
          <p:cNvSpPr txBox="1"/>
          <p:nvPr/>
        </p:nvSpPr>
        <p:spPr>
          <a:xfrm>
            <a:off x="6396466" y="1727821"/>
            <a:ext cx="5395394" cy="475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input / Control reference: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DE" sz="2000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</a:t>
            </a:r>
            <a:endParaRPr lang="en-DE" sz="2000" b="0" i="0" u="none" strike="noStrike" cap="none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DE" sz="2000" b="0" i="0" u="none" strike="noStrike" cap="none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DE" sz="2000" b="0" i="0" u="none" strike="noStrike" cap="none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</a:t>
            </a:r>
            <a:endParaRPr lang="en-DE" sz="2000" b="0" i="0" u="none" strike="noStrike" cap="none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output: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DE" sz="2000" b="0" i="0" u="none" strike="noStrike" cap="none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</a:t>
            </a:r>
            <a:endParaRPr lang="en-DE" sz="2000" b="0" i="0" u="none" strike="noStrike" cap="none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 power is defined by the AC load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 voltage is used to control the power flow on the DC side to balance th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converter energy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0363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</a:pPr>
            <a:endParaRPr lang="en-DE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1725BA-96FB-2306-BE17-11F865BFF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2592000"/>
            <a:ext cx="5143500" cy="166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237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B7786126-41D8-D698-4DC4-F53D85760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70899C6E-27B9-1AAD-7251-29779D185EA4}"/>
              </a:ext>
            </a:extLst>
          </p:cNvPr>
          <p:cNvSpPr txBox="1"/>
          <p:nvPr/>
        </p:nvSpPr>
        <p:spPr>
          <a:xfrm>
            <a:off x="115900" y="985000"/>
            <a:ext cx="8109366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voltage control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9;p19">
            <a:extLst>
              <a:ext uri="{FF2B5EF4-FFF2-40B4-BE49-F238E27FC236}">
                <a16:creationId xmlns:a16="http://schemas.microsoft.com/office/drawing/2014/main" id="{AFA38583-EBF9-4AA2-1DA9-2DDBD64644AD}"/>
              </a:ext>
            </a:extLst>
          </p:cNvPr>
          <p:cNvSpPr txBox="1"/>
          <p:nvPr/>
        </p:nvSpPr>
        <p:spPr>
          <a:xfrm>
            <a:off x="6396466" y="1727821"/>
            <a:ext cx="5395394" cy="475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input / Control reference: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DE" sz="2000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</a:t>
            </a:r>
            <a:endParaRPr lang="en-DE" sz="2000" b="0" i="0" u="none" strike="noStrike" cap="none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DE" sz="2000" b="0" i="0" u="none" strike="noStrike" cap="none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DC</a:t>
            </a: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output: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DE" sz="2000" b="0" i="0" u="none" strike="noStrike" cap="none" baseline="-25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lang="en-DE" sz="2000" b="0" i="0" u="none" strike="noStrike" cap="none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Station defines the voltage on the DC line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 current (and therefore AC power) is used to balance th</a:t>
            </a: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converter energy</a:t>
            </a:r>
            <a:endParaRPr lang="en-DE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0363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</a:pPr>
            <a:endParaRPr lang="en-DE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938241-D824-33A4-ED40-462AD6F1A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2592000"/>
            <a:ext cx="5143500" cy="166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88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6B569BDF-EE34-C766-BB61-B27B156DC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F1C26863-2ACD-F272-38A5-51AC660C8854}"/>
              </a:ext>
            </a:extLst>
          </p:cNvPr>
          <p:cNvSpPr txBox="1"/>
          <p:nvPr/>
        </p:nvSpPr>
        <p:spPr>
          <a:xfrm>
            <a:off x="115900" y="985000"/>
            <a:ext cx="8109366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Reactive power </a:t>
            </a: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9;p19">
            <a:extLst>
              <a:ext uri="{FF2B5EF4-FFF2-40B4-BE49-F238E27FC236}">
                <a16:creationId xmlns:a16="http://schemas.microsoft.com/office/drawing/2014/main" id="{DE9A8F2D-4B9E-BB0F-4536-C5F6B65ABA86}"/>
              </a:ext>
            </a:extLst>
          </p:cNvPr>
          <p:cNvSpPr txBox="1"/>
          <p:nvPr/>
        </p:nvSpPr>
        <p:spPr>
          <a:xfrm>
            <a:off x="6396466" y="1727821"/>
            <a:ext cx="5395394" cy="475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control modes without AC voltage and frequency control, the reactive power can be controlled independently if the energy balancing</a:t>
            </a:r>
            <a:endParaRPr lang="en-DE" sz="2000" b="0" i="0" u="none" strike="noStrike" cap="none" baseline="-25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DE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reactive power does not require DC power flow and can operate without DC line connected</a:t>
            </a:r>
          </a:p>
          <a:p>
            <a:pPr marL="360363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</a:pPr>
            <a:endParaRPr lang="en-DE" sz="2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Char char="•"/>
            </a:pPr>
            <a:endParaRPr lang="en-US"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39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22DC03-059B-D9F8-4FDC-B4AEA6FF2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4397940"/>
            <a:ext cx="5143500" cy="16687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83F301-B883-C14A-3581-B742ACFD4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" y="2125730"/>
            <a:ext cx="5246370" cy="166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197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C84CC126-9486-D209-DBEA-A4F182A55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1FA8F0AE-8FAD-3421-E32F-526282640451}"/>
              </a:ext>
            </a:extLst>
          </p:cNvPr>
          <p:cNvSpPr txBox="1"/>
          <p:nvPr/>
        </p:nvSpPr>
        <p:spPr>
          <a:xfrm>
            <a:off x="371843" y="1011387"/>
            <a:ext cx="8109366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9"/>
              <a:buFont typeface="Calibri"/>
              <a:buNone/>
            </a:pPr>
            <a:r>
              <a:rPr lang="en-DE" sz="3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 control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A6D040-EA0D-BEC8-F477-60889644E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271" y="877421"/>
            <a:ext cx="3003888" cy="23780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19E44E-59C1-1F13-BD34-C8CE83598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6526" y="1011387"/>
            <a:ext cx="2716557" cy="2244112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3BFE1F5-FBCC-7A36-F52F-635FA5B45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987915"/>
              </p:ext>
            </p:extLst>
          </p:nvPr>
        </p:nvGraphicFramePr>
        <p:xfrm>
          <a:off x="1348506" y="3587561"/>
          <a:ext cx="9494983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7091">
                  <a:extLst>
                    <a:ext uri="{9D8B030D-6E8A-4147-A177-3AD203B41FA5}">
                      <a16:colId xmlns:a16="http://schemas.microsoft.com/office/drawing/2014/main" val="2480096593"/>
                    </a:ext>
                  </a:extLst>
                </a:gridCol>
                <a:gridCol w="3338946">
                  <a:extLst>
                    <a:ext uri="{9D8B030D-6E8A-4147-A177-3AD203B41FA5}">
                      <a16:colId xmlns:a16="http://schemas.microsoft.com/office/drawing/2014/main" val="1206538970"/>
                    </a:ext>
                  </a:extLst>
                </a:gridCol>
                <a:gridCol w="3338946">
                  <a:extLst>
                    <a:ext uri="{9D8B030D-6E8A-4147-A177-3AD203B41FA5}">
                      <a16:colId xmlns:a16="http://schemas.microsoft.com/office/drawing/2014/main" val="2269710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AC current source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AC voltage source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258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Grid Following (GFL)</a:t>
                      </a:r>
                    </a:p>
                    <a:p>
                      <a:pPr algn="ctr"/>
                      <a:r>
                        <a:rPr lang="en-DE" dirty="0"/>
                        <a:t>P/Q – control mode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V/f or Grid Forming (GFM)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268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DE" dirty="0"/>
                        <a:t>Primary Control Parameters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dirty="0"/>
                        <a:t>Active current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dirty="0"/>
                        <a:t>Reactive current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dirty="0"/>
                        <a:t>AC frequency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DE" dirty="0"/>
                        <a:t>AC voltage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121004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l"/>
                      <a:r>
                        <a:rPr lang="en-DE" dirty="0"/>
                        <a:t>Secondary Control Parameters</a:t>
                      </a:r>
                      <a:endParaRPr 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DE" dirty="0"/>
                        <a:t>Active power</a:t>
                      </a: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DE" dirty="0"/>
                        <a:t>Reactive power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01826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DE" dirty="0"/>
                        <a:t>AC voltage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511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DE" dirty="0"/>
                        <a:t>Grid application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DE" dirty="0"/>
                        <a:t>SCL ≥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DE" dirty="0"/>
                        <a:t>SCL &lt; 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717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715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9A5E6D3C-CA57-3957-3B54-1B609655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2308101C-DD3D-5216-C9A5-C8198D7B4FAE}"/>
              </a:ext>
            </a:extLst>
          </p:cNvPr>
          <p:cNvSpPr txBox="1"/>
          <p:nvPr/>
        </p:nvSpPr>
        <p:spPr>
          <a:xfrm>
            <a:off x="115900" y="984999"/>
            <a:ext cx="7347082" cy="58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chemeClr val="dk1"/>
              </a:buClr>
              <a:buSzPts val="3459"/>
              <a:buFont typeface="Calibri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DE" dirty="0"/>
              <a:t>Grid Forming Control Concept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902D8B-0F82-3950-2879-0DF31C107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446" y="2037582"/>
            <a:ext cx="8671107" cy="24347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2704BA-9869-256C-99A9-306EAF17D03E}"/>
              </a:ext>
            </a:extLst>
          </p:cNvPr>
          <p:cNvSpPr txBox="1"/>
          <p:nvPr/>
        </p:nvSpPr>
        <p:spPr>
          <a:xfrm>
            <a:off x="3201663" y="5148951"/>
            <a:ext cx="57886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i="1" dirty="0"/>
              <a:t>Grid-forming Converters</a:t>
            </a:r>
            <a:endParaRPr lang="en-DE" sz="800" i="1" dirty="0"/>
          </a:p>
          <a:p>
            <a:r>
              <a:rPr lang="en-US" sz="800" i="1" dirty="0"/>
              <a:t>Advantages of grid-forming control in HVDC and FACTS applications </a:t>
            </a:r>
          </a:p>
          <a:p>
            <a:r>
              <a:rPr lang="en-US" sz="800" i="1" dirty="0"/>
              <a:t>White paper </a:t>
            </a:r>
            <a:endParaRPr lang="en-DE" sz="800" i="1" dirty="0"/>
          </a:p>
          <a:p>
            <a:r>
              <a:rPr lang="en-DE" sz="800" i="1" dirty="0"/>
              <a:t>Siemens Energy</a:t>
            </a:r>
            <a:endParaRPr lang="en-US" sz="800" i="1" dirty="0"/>
          </a:p>
        </p:txBody>
      </p:sp>
    </p:spTree>
    <p:extLst>
      <p:ext uri="{BB962C8B-B14F-4D97-AF65-F5344CB8AC3E}">
        <p14:creationId xmlns:p14="http://schemas.microsoft.com/office/powerpoint/2010/main" val="593918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3ABCF511-EDCD-762E-DDA7-F9B2635FF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B867C5C1-2086-AEB4-FF18-ED3D8126A019}"/>
              </a:ext>
            </a:extLst>
          </p:cNvPr>
          <p:cNvSpPr txBox="1"/>
          <p:nvPr/>
        </p:nvSpPr>
        <p:spPr>
          <a:xfrm>
            <a:off x="115900" y="984999"/>
            <a:ext cx="7347082" cy="58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chemeClr val="dk1"/>
              </a:buClr>
              <a:buSzPts val="3459"/>
              <a:buFont typeface="Calibri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dirty="0"/>
              <a:t>Steady State </a:t>
            </a:r>
            <a:r>
              <a:rPr lang="en-DE" dirty="0"/>
              <a:t>power transmission</a:t>
            </a:r>
            <a:endParaRPr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FDC35638-3D48-9F74-1086-872EC0516BA1}"/>
              </a:ext>
            </a:extLst>
          </p:cNvPr>
          <p:cNvSpPr txBox="1">
            <a:spLocks/>
          </p:cNvSpPr>
          <p:nvPr/>
        </p:nvSpPr>
        <p:spPr>
          <a:xfrm>
            <a:off x="523806" y="3961230"/>
            <a:ext cx="11083993" cy="2171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719138" indent="-358775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  <a:defRPr sz="2000">
                <a:solidFill>
                  <a:schemeClr val="dk1"/>
                </a:solidFill>
                <a:latin typeface="Calibri"/>
                <a:cs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1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</a:rPr>
              <a:t>One station controls DC voltage </a:t>
            </a:r>
            <a:endParaRPr lang="en-DE" sz="20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342900" lvl="1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</a:rPr>
              <a:t>One station controls active power </a:t>
            </a:r>
            <a:endParaRPr lang="en-DE" sz="20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342900" lvl="1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</a:rPr>
              <a:t>T</a:t>
            </a: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</a:rPr>
              <a:t>wo active power control modes are possible</a:t>
            </a:r>
          </a:p>
          <a:p>
            <a:pPr lvl="2"/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</a:rPr>
              <a:t>P/Q – Control mode</a:t>
            </a:r>
          </a:p>
          <a:p>
            <a:pPr lvl="2"/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</a:rPr>
              <a:t>U/f – Control mode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774458-1A22-9E48-8480-62CA04826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748" y="1842318"/>
            <a:ext cx="2348289" cy="15866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E6D1BF-CC38-4378-D997-A827156BD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571" y="2158134"/>
            <a:ext cx="4171950" cy="117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07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BB6D9E58-D7E7-14E7-32C0-AFD3DBE27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EFB0B24A-B807-2510-A8D8-B93BCE966B95}"/>
              </a:ext>
            </a:extLst>
          </p:cNvPr>
          <p:cNvSpPr txBox="1"/>
          <p:nvPr/>
        </p:nvSpPr>
        <p:spPr>
          <a:xfrm>
            <a:off x="115900" y="984999"/>
            <a:ext cx="7347082" cy="58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chemeClr val="dk1"/>
              </a:buClr>
              <a:buSzPts val="3459"/>
              <a:buFont typeface="Calibri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dirty="0"/>
              <a:t>Steady State </a:t>
            </a:r>
            <a:r>
              <a:rPr lang="en-DE" dirty="0"/>
              <a:t>control principle</a:t>
            </a:r>
            <a:endParaRPr dirty="0"/>
          </a:p>
        </p:txBody>
      </p:sp>
      <p:sp>
        <p:nvSpPr>
          <p:cNvPr id="2" name="Copy">
            <a:extLst>
              <a:ext uri="{FF2B5EF4-FFF2-40B4-BE49-F238E27FC236}">
                <a16:creationId xmlns:a16="http://schemas.microsoft.com/office/drawing/2014/main" id="{89C1263F-6A42-6D86-9857-295329FF1058}"/>
              </a:ext>
            </a:extLst>
          </p:cNvPr>
          <p:cNvSpPr txBox="1">
            <a:spLocks/>
          </p:cNvSpPr>
          <p:nvPr/>
        </p:nvSpPr>
        <p:spPr>
          <a:xfrm>
            <a:off x="5389769" y="1623438"/>
            <a:ext cx="5703104" cy="147074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85750" indent="-285750">
              <a:buFont typeface="Arial" panose="020B0604020202020204" pitchFamily="34" charset="0"/>
              <a:buChar char="•"/>
              <a:defRPr/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702900" indent="-342900">
              <a:buFont typeface="+mj-lt"/>
              <a:buAutoNum type="arabicPeriod"/>
              <a:defRPr/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en-US" dirty="0"/>
              <a:t>Standard Operation</a:t>
            </a:r>
          </a:p>
          <a:p>
            <a:pPr lvl="1"/>
            <a:r>
              <a:rPr lang="en-US" dirty="0"/>
              <a:t>Station which sees the highest DC voltage controls the DC voltage</a:t>
            </a:r>
          </a:p>
          <a:p>
            <a:pPr lvl="1"/>
            <a:r>
              <a:rPr lang="en-US" dirty="0"/>
              <a:t>Active power can be defined at any station</a:t>
            </a:r>
          </a:p>
        </p:txBody>
      </p:sp>
      <p:sp>
        <p:nvSpPr>
          <p:cNvPr id="5" name="Copy">
            <a:extLst>
              <a:ext uri="{FF2B5EF4-FFF2-40B4-BE49-F238E27FC236}">
                <a16:creationId xmlns:a16="http://schemas.microsoft.com/office/drawing/2014/main" id="{E1D6742C-C83E-BFE5-F131-31376FF2E2CF}"/>
              </a:ext>
            </a:extLst>
          </p:cNvPr>
          <p:cNvSpPr txBox="1">
            <a:spLocks/>
          </p:cNvSpPr>
          <p:nvPr/>
        </p:nvSpPr>
        <p:spPr>
          <a:xfrm>
            <a:off x="5389769" y="3425015"/>
            <a:ext cx="5436789" cy="120866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buFont typeface="Arial" panose="020B0604020202020204" pitchFamily="34" charset="0"/>
              <a:buChar char="•"/>
              <a:defRPr/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02900" indent="-342900">
              <a:buFont typeface="+mj-lt"/>
              <a:buAutoNum type="arabicPeriod"/>
              <a:defRPr/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Wind Farm connection</a:t>
            </a:r>
          </a:p>
          <a:p>
            <a:pPr lvl="1"/>
            <a:r>
              <a:rPr lang="en-US" dirty="0"/>
              <a:t>Rectifier receives power coming from WTG</a:t>
            </a:r>
          </a:p>
          <a:p>
            <a:pPr lvl="1"/>
            <a:r>
              <a:rPr lang="en-US" dirty="0"/>
              <a:t>Inverter needs to consider the DC line voltage drop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BD0D3C-DE74-4924-E23B-1D7472AC6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694" y="6533961"/>
            <a:ext cx="1362075" cy="376744"/>
          </a:xfrm>
          <a:prstGeom prst="rect">
            <a:avLst/>
          </a:prstGeom>
        </p:spPr>
      </p:pic>
      <p:sp>
        <p:nvSpPr>
          <p:cNvPr id="8" name="Copy">
            <a:extLst>
              <a:ext uri="{FF2B5EF4-FFF2-40B4-BE49-F238E27FC236}">
                <a16:creationId xmlns:a16="http://schemas.microsoft.com/office/drawing/2014/main" id="{4FF808A1-F849-50A0-273D-C16A17D2E439}"/>
              </a:ext>
            </a:extLst>
          </p:cNvPr>
          <p:cNvSpPr txBox="1">
            <a:spLocks/>
          </p:cNvSpPr>
          <p:nvPr/>
        </p:nvSpPr>
        <p:spPr>
          <a:xfrm>
            <a:off x="5389769" y="5226592"/>
            <a:ext cx="5436789" cy="120866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defTabSz="914400" eaLnBrk="1" latinLnBrk="0" hangingPunct="1">
              <a:lnSpc>
                <a:spcPct val="110000"/>
              </a:lnSpc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>
              <a:buFont typeface="Arial" panose="020B0604020202020204" pitchFamily="34" charset="0"/>
              <a:buChar char="•"/>
              <a:defRPr/>
            </a:lvl2pPr>
            <a:lvl3pPr marL="360000" indent="-180000" defTabSz="914400" eaLnBrk="1" latinLnBrk="0" hangingPunct="1">
              <a:lnSpc>
                <a:spcPct val="11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02900" indent="-342900">
              <a:buFont typeface="+mj-lt"/>
              <a:buAutoNum type="arabicPeriod"/>
              <a:defRPr/>
            </a:lvl4pPr>
            <a:lvl5pPr marL="720000" indent="-180000" defTabSz="914400" eaLnBrk="1" latinLnBrk="0" hangingPunct="1">
              <a:lnSpc>
                <a:spcPct val="11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defTabSz="91440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Rectifier receives power coming from WTG</a:t>
            </a:r>
          </a:p>
          <a:p>
            <a:pPr lvl="1"/>
            <a:r>
              <a:rPr lang="en-US" dirty="0"/>
              <a:t>Inverter needs to consider the DC line voltage drop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3B462A-60C7-0FD5-8C4A-0AE3E311E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570" y="1623438"/>
            <a:ext cx="3396321" cy="12032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91D16B-9CA8-1CD3-8F3F-4E6B6DE1F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569" y="3322110"/>
            <a:ext cx="3396321" cy="12032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FD594D8-070D-8E7C-F271-20E6F44F1A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569" y="5020782"/>
            <a:ext cx="3396322" cy="120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52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43D7A76D-F77F-68BE-7FF9-051158B73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25D4A9C3-7A1E-201E-5124-5A39F5361F93}"/>
              </a:ext>
            </a:extLst>
          </p:cNvPr>
          <p:cNvSpPr txBox="1"/>
          <p:nvPr/>
        </p:nvSpPr>
        <p:spPr>
          <a:xfrm>
            <a:off x="115900" y="984999"/>
            <a:ext cx="7347082" cy="58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chemeClr val="dk1"/>
              </a:buClr>
              <a:buSzPts val="3459"/>
              <a:buFont typeface="Calibri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dirty="0"/>
              <a:t>D</a:t>
            </a:r>
            <a:r>
              <a:rPr lang="en-DE" dirty="0" err="1"/>
              <a:t>ynamic</a:t>
            </a:r>
            <a:r>
              <a:rPr lang="en-DE" dirty="0"/>
              <a:t> Analysis</a:t>
            </a:r>
            <a:endParaRPr dirty="0"/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C5629807-79B4-B1D3-4C02-32B4390F127A}"/>
              </a:ext>
            </a:extLst>
          </p:cNvPr>
          <p:cNvSpPr txBox="1">
            <a:spLocks/>
          </p:cNvSpPr>
          <p:nvPr/>
        </p:nvSpPr>
        <p:spPr>
          <a:xfrm>
            <a:off x="6330897" y="1804309"/>
            <a:ext cx="5434962" cy="3565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719138" indent="-358775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  <a:defRPr sz="2000">
                <a:solidFill>
                  <a:schemeClr val="dk1"/>
                </a:solidFill>
                <a:latin typeface="Calibri"/>
                <a:cs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1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</a:rPr>
              <a:t>D</a:t>
            </a:r>
            <a:r>
              <a:rPr lang="en-DE" sz="2000" dirty="0" err="1">
                <a:solidFill>
                  <a:schemeClr val="dk1"/>
                </a:solidFill>
                <a:latin typeface="Calibri"/>
                <a:cs typeface="Calibri"/>
              </a:rPr>
              <a:t>ynamic</a:t>
            </a: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</a:rPr>
              <a:t> Analysis covers converter behaviour during AC grid faults (faults on the network side of the converter transformer)</a:t>
            </a:r>
          </a:p>
          <a:p>
            <a:pPr marL="342900" lvl="1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 panose="020B0604020202020204" pitchFamily="34" charset="0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342900" lvl="1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</a:rPr>
              <a:t>A</a:t>
            </a: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</a:rPr>
              <a:t>C grid faults are very common, so that the converter must stay connected to the grid and is required to provide supporting 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757A88-A11A-4F40-5CFA-5D7C13425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04" y="2463209"/>
            <a:ext cx="5454610" cy="12848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EC0CB0-39FA-6EAC-9680-B69065DDB603}"/>
              </a:ext>
            </a:extLst>
          </p:cNvPr>
          <p:cNvSpPr txBox="1"/>
          <p:nvPr/>
        </p:nvSpPr>
        <p:spPr>
          <a:xfrm>
            <a:off x="291804" y="3976026"/>
            <a:ext cx="52209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800" i="1" dirty="0"/>
              <a:t>CIGRÉ TB 832: </a:t>
            </a:r>
            <a:r>
              <a:rPr lang="en-US" sz="800" i="1" dirty="0"/>
              <a:t>GUIDE FOR ELECTROMAGNETIC</a:t>
            </a:r>
            <a:r>
              <a:rPr lang="en-DE" sz="800" i="1" dirty="0"/>
              <a:t> </a:t>
            </a:r>
            <a:r>
              <a:rPr lang="en-US" sz="800" i="1" dirty="0"/>
              <a:t>TRANSIENT STUDIES INVOLVING VSC CONVERTERS</a:t>
            </a:r>
          </a:p>
        </p:txBody>
      </p:sp>
    </p:spTree>
    <p:extLst>
      <p:ext uri="{BB962C8B-B14F-4D97-AF65-F5344CB8AC3E}">
        <p14:creationId xmlns:p14="http://schemas.microsoft.com/office/powerpoint/2010/main" val="2299651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77490716-2167-95CC-A524-687FCC58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E329E125-E33F-235C-75B9-AD463F388AFB}"/>
              </a:ext>
            </a:extLst>
          </p:cNvPr>
          <p:cNvSpPr txBox="1"/>
          <p:nvPr/>
        </p:nvSpPr>
        <p:spPr>
          <a:xfrm>
            <a:off x="115900" y="984999"/>
            <a:ext cx="7797344" cy="58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chemeClr val="dk1"/>
              </a:buClr>
              <a:buSzPts val="3459"/>
              <a:buFont typeface="Calibri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dirty="0"/>
              <a:t>D</a:t>
            </a:r>
            <a:r>
              <a:rPr lang="en-DE" dirty="0" err="1"/>
              <a:t>ynamic</a:t>
            </a:r>
            <a:r>
              <a:rPr lang="en-DE" dirty="0"/>
              <a:t> Analysis: 3ph-to-GND at the inverter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9A677F-086D-84D3-E16B-813EB59224C6}"/>
              </a:ext>
            </a:extLst>
          </p:cNvPr>
          <p:cNvSpPr txBox="1"/>
          <p:nvPr/>
        </p:nvSpPr>
        <p:spPr>
          <a:xfrm>
            <a:off x="3490034" y="6537213"/>
            <a:ext cx="52209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800" i="1" dirty="0"/>
              <a:t>CIGRÉ TB 832: </a:t>
            </a:r>
            <a:r>
              <a:rPr lang="en-US" sz="800" i="1" dirty="0"/>
              <a:t>GUIDE FOR ELECTROMAGNETIC</a:t>
            </a:r>
            <a:r>
              <a:rPr lang="en-DE" sz="800" i="1" dirty="0"/>
              <a:t> </a:t>
            </a:r>
            <a:r>
              <a:rPr lang="en-US" sz="800" i="1" dirty="0"/>
              <a:t>TRANSIENT STUDIES INVOLVING VSC CONVERTERS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F8CE7E-A4EC-EFEB-E6BA-3186CEBF6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4" y="1570182"/>
            <a:ext cx="3342724" cy="48844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49CE19-0046-E291-010F-38C174ACC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253" y="1570181"/>
            <a:ext cx="3462240" cy="48844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6CE654-80D7-61DC-EBEA-CC502F2BD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9208" y="1570182"/>
            <a:ext cx="3629519" cy="187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354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89C7AA24-442D-474B-34CF-5DCCBF4A4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6B675AEA-65A4-DDBC-39CC-5569DD469B90}"/>
              </a:ext>
            </a:extLst>
          </p:cNvPr>
          <p:cNvSpPr txBox="1"/>
          <p:nvPr/>
        </p:nvSpPr>
        <p:spPr>
          <a:xfrm>
            <a:off x="115900" y="984999"/>
            <a:ext cx="7797344" cy="58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chemeClr val="dk1"/>
              </a:buClr>
              <a:buSzPts val="3459"/>
              <a:buFont typeface="Calibri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dirty="0"/>
              <a:t>D</a:t>
            </a:r>
            <a:r>
              <a:rPr lang="en-DE" dirty="0" err="1"/>
              <a:t>ynamic</a:t>
            </a:r>
            <a:r>
              <a:rPr lang="en-DE" dirty="0"/>
              <a:t> Analysis: 3ph-to-GND at the rectifier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6D5865-A7EE-C5CE-20AA-1EA8285EC952}"/>
              </a:ext>
            </a:extLst>
          </p:cNvPr>
          <p:cNvSpPr txBox="1"/>
          <p:nvPr/>
        </p:nvSpPr>
        <p:spPr>
          <a:xfrm>
            <a:off x="3490034" y="6537213"/>
            <a:ext cx="52209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800" i="1" dirty="0"/>
              <a:t>CIGRÉ TB 832: </a:t>
            </a:r>
            <a:r>
              <a:rPr lang="en-US" sz="800" i="1" dirty="0"/>
              <a:t>GUIDE FOR ELECTROMAGNETIC</a:t>
            </a:r>
            <a:r>
              <a:rPr lang="en-DE" sz="800" i="1" dirty="0"/>
              <a:t> </a:t>
            </a:r>
            <a:r>
              <a:rPr lang="en-US" sz="800" i="1" dirty="0"/>
              <a:t>TRANSIENT STUDIES INVOLVING VSC CONVERTERS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2AF12E-9183-089B-6D49-9F4F5CE8E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13" y="1570181"/>
            <a:ext cx="3383725" cy="48844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893E0A-FEAB-0239-71DF-1931B2332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502" y="1567557"/>
            <a:ext cx="3491718" cy="48818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06DC55-5838-14AE-4BF0-05314C9841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184" y="1567557"/>
            <a:ext cx="3491718" cy="189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3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016480E5-9A47-392B-F54F-2C1C37A1F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0DE4FF82-30BC-D009-B10B-44A9009B8380}"/>
              </a:ext>
            </a:extLst>
          </p:cNvPr>
          <p:cNvSpPr txBox="1"/>
          <p:nvPr/>
        </p:nvSpPr>
        <p:spPr>
          <a:xfrm>
            <a:off x="115900" y="984999"/>
            <a:ext cx="7347082" cy="58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chemeClr val="dk1"/>
              </a:buClr>
              <a:buSzPts val="3459"/>
              <a:buFont typeface="Calibri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dirty="0"/>
              <a:t>C</a:t>
            </a:r>
            <a:r>
              <a:rPr lang="en-DE" dirty="0" err="1"/>
              <a:t>ontrol</a:t>
            </a:r>
            <a:r>
              <a:rPr lang="en-DE" dirty="0"/>
              <a:t> hierarchy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CF9D9-ED28-9098-4F62-037450B9D3A4}"/>
              </a:ext>
            </a:extLst>
          </p:cNvPr>
          <p:cNvSpPr txBox="1"/>
          <p:nvPr/>
        </p:nvSpPr>
        <p:spPr>
          <a:xfrm>
            <a:off x="919404" y="5015022"/>
            <a:ext cx="4605866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/>
              <a:t>CLC/TS 50654-1:2020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BE08AB-0A1F-93D1-874C-6B46FABA2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120" y="1808789"/>
            <a:ext cx="1646877" cy="380470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205BD3-40B6-387C-F51D-85A31E6F781D}"/>
              </a:ext>
            </a:extLst>
          </p:cNvPr>
          <p:cNvCxnSpPr/>
          <p:nvPr/>
        </p:nvCxnSpPr>
        <p:spPr>
          <a:xfrm>
            <a:off x="2231737" y="2134755"/>
            <a:ext cx="0" cy="26077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A73958-C79A-6268-1A46-217559EE908E}"/>
              </a:ext>
            </a:extLst>
          </p:cNvPr>
          <p:cNvCxnSpPr>
            <a:cxnSpLocks/>
          </p:cNvCxnSpPr>
          <p:nvPr/>
        </p:nvCxnSpPr>
        <p:spPr>
          <a:xfrm flipH="1">
            <a:off x="7148863" y="2832149"/>
            <a:ext cx="225213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6B663605-A5CF-2962-6DAB-B1AD503B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653" y="2079722"/>
            <a:ext cx="4804676" cy="28702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3CBFB9-F014-60F2-4DA8-4DF4202DA090}"/>
              </a:ext>
            </a:extLst>
          </p:cNvPr>
          <p:cNvSpPr/>
          <p:nvPr/>
        </p:nvSpPr>
        <p:spPr>
          <a:xfrm>
            <a:off x="749720" y="2084356"/>
            <a:ext cx="2379175" cy="2708531"/>
          </a:xfrm>
          <a:prstGeom prst="roundRect">
            <a:avLst/>
          </a:prstGeom>
          <a:solidFill>
            <a:srgbClr val="4472C4">
              <a:alpha val="14902"/>
            </a:srgb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E467B4-F5EE-208A-B980-9CCBAB0F8421}"/>
              </a:ext>
            </a:extLst>
          </p:cNvPr>
          <p:cNvSpPr/>
          <p:nvPr/>
        </p:nvSpPr>
        <p:spPr>
          <a:xfrm>
            <a:off x="676049" y="5613497"/>
            <a:ext cx="619712" cy="289609"/>
          </a:xfrm>
          <a:prstGeom prst="roundRect">
            <a:avLst/>
          </a:prstGeom>
          <a:solidFill>
            <a:srgbClr val="4472C4">
              <a:alpha val="25098"/>
            </a:srgb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EEFE26-4A5B-EC92-86C1-377DC1AA8F6F}"/>
              </a:ext>
            </a:extLst>
          </p:cNvPr>
          <p:cNvSpPr txBox="1"/>
          <p:nvPr/>
        </p:nvSpPr>
        <p:spPr>
          <a:xfrm>
            <a:off x="1521111" y="5604412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HVDC control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3224C8-626F-9EF2-2785-D7585D5D9735}"/>
              </a:ext>
            </a:extLst>
          </p:cNvPr>
          <p:cNvCxnSpPr>
            <a:cxnSpLocks/>
          </p:cNvCxnSpPr>
          <p:nvPr/>
        </p:nvCxnSpPr>
        <p:spPr>
          <a:xfrm flipV="1">
            <a:off x="2243918" y="2692144"/>
            <a:ext cx="0" cy="201419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638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756E89CE-EFB4-5F08-170D-305C1C46C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>
            <a:extLst>
              <a:ext uri="{FF2B5EF4-FFF2-40B4-BE49-F238E27FC236}">
                <a16:creationId xmlns:a16="http://schemas.microsoft.com/office/drawing/2014/main" id="{7CB4A187-2188-2162-ADB8-93ECEFDAEFB5}"/>
              </a:ext>
            </a:extLst>
          </p:cNvPr>
          <p:cNvSpPr txBox="1"/>
          <p:nvPr/>
        </p:nvSpPr>
        <p:spPr>
          <a:xfrm>
            <a:off x="115900" y="984999"/>
            <a:ext cx="7347082" cy="58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chemeClr val="dk1"/>
              </a:buClr>
              <a:buSzPts val="3459"/>
              <a:buFont typeface="Calibri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dirty="0"/>
              <a:t>C</a:t>
            </a:r>
            <a:r>
              <a:rPr lang="en-DE" dirty="0" err="1"/>
              <a:t>ontrol</a:t>
            </a:r>
            <a:r>
              <a:rPr lang="en-DE" dirty="0"/>
              <a:t> requirements</a:t>
            </a:r>
            <a:endParaRPr dirty="0"/>
          </a:p>
        </p:txBody>
      </p:sp>
      <p:pic>
        <p:nvPicPr>
          <p:cNvPr id="4" name="Grafik 35">
            <a:extLst>
              <a:ext uri="{FF2B5EF4-FFF2-40B4-BE49-F238E27FC236}">
                <a16:creationId xmlns:a16="http://schemas.microsoft.com/office/drawing/2014/main" id="{A170D7C9-B7F1-46C2-79FE-7744200FE1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91" y="2420748"/>
            <a:ext cx="6237528" cy="242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opy">
            <a:extLst>
              <a:ext uri="{FF2B5EF4-FFF2-40B4-BE49-F238E27FC236}">
                <a16:creationId xmlns:a16="http://schemas.microsoft.com/office/drawing/2014/main" id="{170373F6-C82D-ABDF-8A75-F24CC484D85B}"/>
              </a:ext>
            </a:extLst>
          </p:cNvPr>
          <p:cNvSpPr txBox="1">
            <a:spLocks/>
          </p:cNvSpPr>
          <p:nvPr/>
        </p:nvSpPr>
        <p:spPr>
          <a:xfrm>
            <a:off x="7195126" y="1570182"/>
            <a:ext cx="4336473" cy="407785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285750" indent="-285750">
              <a:buFont typeface="Arial" panose="020B0604020202020204" pitchFamily="34" charset="0"/>
              <a:buChar char="•"/>
              <a:defRPr/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702900" indent="-342900">
              <a:buFont typeface="+mj-lt"/>
              <a:buAutoNum type="arabicPeriod"/>
              <a:defRPr/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1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</a:rPr>
              <a:t>I</a:t>
            </a:r>
            <a:r>
              <a:rPr lang="en-DE" sz="2000" dirty="0" err="1">
                <a:solidFill>
                  <a:schemeClr val="dk1"/>
                </a:solidFill>
                <a:latin typeface="Calibri"/>
                <a:cs typeface="Calibri"/>
              </a:rPr>
              <a:t>nput</a:t>
            </a: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</a:rPr>
              <a:t> parameters for the control:</a:t>
            </a:r>
          </a:p>
          <a:p>
            <a:pPr marL="719138" lvl="2" indent="-358775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Voltage Measurement</a:t>
            </a:r>
          </a:p>
          <a:p>
            <a:pPr marL="719138" lvl="2" indent="-358775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Current measurement</a:t>
            </a:r>
          </a:p>
          <a:p>
            <a:pPr marL="342900" lvl="1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</a:rPr>
              <a:t>C</a:t>
            </a:r>
            <a:r>
              <a:rPr lang="en-DE" sz="2000" dirty="0" err="1">
                <a:solidFill>
                  <a:schemeClr val="dk1"/>
                </a:solidFill>
                <a:latin typeface="Calibri"/>
                <a:cs typeface="Calibri"/>
              </a:rPr>
              <a:t>ontrol</a:t>
            </a: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</a:rPr>
              <a:t> functions:</a:t>
            </a:r>
          </a:p>
          <a:p>
            <a:pPr marL="719138" lvl="2" indent="-358775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Current control</a:t>
            </a:r>
          </a:p>
          <a:p>
            <a:pPr marL="719138" lvl="2" indent="-358775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Wingdings" panose="05000000000000000000" pitchFamily="2" charset="2"/>
              <a:buChar char="Ø"/>
            </a:pP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Voltage control</a:t>
            </a:r>
          </a:p>
          <a:p>
            <a:pPr marL="342900" lvl="1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</a:rPr>
              <a:t>R</a:t>
            </a:r>
            <a:r>
              <a:rPr lang="en-DE" sz="2000" dirty="0" err="1">
                <a:solidFill>
                  <a:schemeClr val="dk1"/>
                </a:solidFill>
                <a:latin typeface="Calibri"/>
                <a:cs typeface="Calibri"/>
              </a:rPr>
              <a:t>eference</a:t>
            </a: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</a:rPr>
              <a:t> voltage generation for six voltage sources</a:t>
            </a:r>
          </a:p>
          <a:p>
            <a:pPr marL="342900" lvl="1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</a:pPr>
            <a:r>
              <a:rPr lang="en-US" sz="2000" dirty="0">
                <a:solidFill>
                  <a:schemeClr val="dk1"/>
                </a:solidFill>
                <a:latin typeface="Calibri"/>
                <a:cs typeface="Calibri"/>
              </a:rPr>
              <a:t>V</a:t>
            </a:r>
            <a:r>
              <a:rPr lang="en-DE" sz="2000" dirty="0" err="1">
                <a:solidFill>
                  <a:schemeClr val="dk1"/>
                </a:solidFill>
                <a:latin typeface="Calibri"/>
                <a:cs typeface="Calibri"/>
              </a:rPr>
              <a:t>oltage</a:t>
            </a:r>
            <a:r>
              <a:rPr lang="en-DE" sz="2000" dirty="0">
                <a:solidFill>
                  <a:schemeClr val="dk1"/>
                </a:solidFill>
                <a:latin typeface="Calibri"/>
                <a:cs typeface="Calibri"/>
              </a:rPr>
              <a:t> synthetisation by generating switching pulses for individual modules</a:t>
            </a:r>
          </a:p>
          <a:p>
            <a:pPr marL="342900" lvl="1" indent="-34290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8108"/>
              <a:buFont typeface="Arial" panose="020B0604020202020204" pitchFamily="34" charset="0"/>
              <a:buChar char="•"/>
            </a:pPr>
            <a:endParaRPr lang="en-DE" sz="20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3156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2328</TotalTime>
  <Words>659</Words>
  <Application>Microsoft Office PowerPoint</Application>
  <PresentationFormat>Widescreen</PresentationFormat>
  <Paragraphs>153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Office Theme</vt:lpstr>
      <vt:lpstr>Module 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Martinec, Timothy J</dc:creator>
  <cp:lastModifiedBy>Starschich, Eugen</cp:lastModifiedBy>
  <cp:revision>2</cp:revision>
  <dcterms:created xsi:type="dcterms:W3CDTF">2023-06-22T15:25:22Z</dcterms:created>
  <dcterms:modified xsi:type="dcterms:W3CDTF">2025-11-06T01:00:47Z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C589C268-8DEE-4D59-8D5A-C35DC686A5A4</vt:lpwstr>
  </property>
  <property fmtid="{D5CDD505-2E9C-101B-9397-08002B2CF9AE}" pid="3" name="ArticulatePath">
    <vt:lpwstr>MGMT-330-01</vt:lpwstr>
  </property>
  <property fmtid="{D5CDD505-2E9C-101B-9397-08002B2CF9AE}" pid="4" name="MSIP_Label_36791f77-3d39-4d72-9277-ac879ec799ed_Enabled">
    <vt:lpwstr>true</vt:lpwstr>
  </property>
  <property fmtid="{D5CDD505-2E9C-101B-9397-08002B2CF9AE}" pid="5" name="MSIP_Label_36791f77-3d39-4d72-9277-ac879ec799ed_SetDate">
    <vt:lpwstr>2025-03-27T22:55:25Z</vt:lpwstr>
  </property>
  <property fmtid="{D5CDD505-2E9C-101B-9397-08002B2CF9AE}" pid="6" name="MSIP_Label_36791f77-3d39-4d72-9277-ac879ec799ed_Method">
    <vt:lpwstr>Standard</vt:lpwstr>
  </property>
  <property fmtid="{D5CDD505-2E9C-101B-9397-08002B2CF9AE}" pid="7" name="MSIP_Label_36791f77-3d39-4d72-9277-ac879ec799ed_Name">
    <vt:lpwstr>restricted-default</vt:lpwstr>
  </property>
  <property fmtid="{D5CDD505-2E9C-101B-9397-08002B2CF9AE}" pid="8" name="MSIP_Label_36791f77-3d39-4d72-9277-ac879ec799ed_SiteId">
    <vt:lpwstr>254ba93e-1f6f-48f3-90e6-e2766664b477</vt:lpwstr>
  </property>
  <property fmtid="{D5CDD505-2E9C-101B-9397-08002B2CF9AE}" pid="9" name="MSIP_Label_36791f77-3d39-4d72-9277-ac879ec799ed_ActionId">
    <vt:lpwstr>b95c3f1c-1a69-4d46-8df3-4f1ad4cb0777</vt:lpwstr>
  </property>
  <property fmtid="{D5CDD505-2E9C-101B-9397-08002B2CF9AE}" pid="10" name="MSIP_Label_36791f77-3d39-4d72-9277-ac879ec799ed_ContentBits">
    <vt:lpwstr>0</vt:lpwstr>
  </property>
  <property fmtid="{D5CDD505-2E9C-101B-9397-08002B2CF9AE}" pid="11" name="MSIP_Label_36791f77-3d39-4d72-9277-ac879ec799ed_Tag">
    <vt:lpwstr>10, 3, 0, 1</vt:lpwstr>
  </property>
</Properties>
</file>