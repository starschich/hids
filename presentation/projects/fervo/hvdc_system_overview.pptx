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6110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System configuration</a:t>
            </a:r>
            <a:endParaRPr lang="en-US" sz="2300" dirty="0"/>
          </a:p>
        </p:txBody>
      </p:sp>
      <p:pic>
        <p:nvPicPr>
          <p:cNvPr id="3" name="Image 0" descr="/home/claude/work/img/system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7724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6110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System configuration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Power 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 projects with 1000 MW and 2 projects with 3000 MW power transmission requirements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DC line 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100–200 miles, with priority to OHL, but cable sections can be implemented to accelerate the permitting process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Generation 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Geothermal power plants are the main generation source. Additional generation sources might be implemented once the transmission system is established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Load 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main load are data centers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BESS 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Battery storage is assumed for backup and for data center load flicker compensation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 chopper  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For fault ride-through, installation of the AC chopper might be required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6110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System configuration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Islanded operation with no interconnection to the AC grid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Generation is built out in 300 MW steps ⇒ staged buildout of the transmission system is beneficial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High reliability requirements by data centers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Standardized hardware design approach to reduce hardware lead times and configuration variations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Building up C&amp;P capabilities for system integration and project execution time reduction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b="1" dirty="0">
                <a:solidFill>
                  <a:srgbClr val="1668E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Reduction of execution time is very critical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6110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 GW — Symmetrical Monopole (SMP)</a:t>
            </a:r>
            <a:endParaRPr lang="en-US" sz="2300" dirty="0"/>
          </a:p>
        </p:txBody>
      </p:sp>
      <p:pic>
        <p:nvPicPr>
          <p:cNvPr id="3" name="Image 0" descr="/home/claude/work/img/s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40280"/>
            <a:ext cx="4206240" cy="15307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00600" y="233172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Topology  </a:t>
            </a:r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SMP with ±400 kV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DC line  </a:t>
            </a:r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Two symmetrical conductors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6110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 GW — Dual Symmetrical Monopole (DSMP)</a:t>
            </a:r>
            <a:endParaRPr lang="en-US" sz="2300" dirty="0"/>
          </a:p>
        </p:txBody>
      </p:sp>
      <p:pic>
        <p:nvPicPr>
          <p:cNvPr id="3" name="Image 0" descr="/home/claude/work/img/ds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3977640" cy="2693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00600" y="16916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Topology  </a:t>
            </a:r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DSMP with ±400 kV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DC line  </a:t>
            </a:r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Four symmetrical conductors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Modularization  </a:t>
            </a:r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Same design as for the 1 GW configuration can be used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6110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 GW — Bipole (BIP)</a:t>
            </a:r>
            <a:endParaRPr lang="en-US" sz="2300" dirty="0"/>
          </a:p>
        </p:txBody>
      </p:sp>
      <p:pic>
        <p:nvPicPr>
          <p:cNvPr id="3" name="Image 0" descr="/home/claude/work/img/b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19656"/>
            <a:ext cx="3977640" cy="24862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00600" y="187452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Topology  </a:t>
            </a:r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Bipole with ±525 kV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DC line  </a:t>
            </a:r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 case of cable applications, parallel cables are required due to the high current rating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6110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Working packages ongoing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DC line</a:t>
            </a:r>
            <a:endParaRPr lang="en-US" sz="1300" dirty="0"/>
          </a:p>
          <a:p>
            <a:pPr lvl="1" marL="4064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DC route definition and DC line design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Network control &amp; protection</a:t>
            </a:r>
            <a:endParaRPr lang="en-US" sz="1300" dirty="0"/>
          </a:p>
          <a:p>
            <a:pPr lvl="1" marL="4064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Operation concept definition</a:t>
            </a:r>
            <a:endParaRPr lang="en-US" sz="1300" dirty="0"/>
          </a:p>
          <a:p>
            <a:pPr lvl="1" marL="4064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Offline studies for concept verification</a:t>
            </a:r>
            <a:endParaRPr lang="en-US" sz="1300" dirty="0"/>
          </a:p>
          <a:p>
            <a:pPr lvl="1" marL="4064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Development of models for performance design and verification</a:t>
            </a:r>
            <a:endParaRPr lang="en-US" sz="1300" dirty="0"/>
          </a:p>
          <a:p>
            <a:pPr lvl="1" marL="4064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Definition of performance verification tests and evaluation criteria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2026-08-18T22:27:36Z</dcterms:created>
  <dcterms:modified xsi:type="dcterms:W3CDTF">2026-08-18T22:27:36Z</dcterms:modified>
</cp:coreProperties>
</file>